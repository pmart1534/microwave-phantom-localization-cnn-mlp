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1207008"/>
            <a:ext cx="64008" cy="141732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12344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LOCALIZATION · CHIP-DESIGN STUDY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Frequency Reduction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41248" y="26060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narrow can the measurement band go before localization degrades?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classification · raw S-parameters · LOSO · measured A3 phantom data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1–5 GHz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84124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band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53872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1/2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353872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bandwidth of the full sweep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3620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23620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accuracy retained (full array)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Martin  ·  University of Utah  ·  Electrical &amp; Computer Engineering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 bandwidth, simpler chip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integrated version of this system lives or dies on front-end complexity: a narrower sweep means simpler synthesizers, antennas and calibration. The question is what accuracy that costs, and where the band should sit.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7627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148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information live?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840480" y="2148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a 2 GHz window across 0.1–8 GHz; full 4-antenna array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9728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WIDE must the band be?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840480" y="2743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2 → 3 → 4 → 5 GHz around the winning region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64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3337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combine with reduced hardware?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840480" y="3337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band × fewer antennas / reflection-only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95935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39319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band choice robust?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84048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whole sweep with a single antenna (S11 only)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cell: CNN classifier, raw mag+phase input, 100-epoch leave-one-session-out, per-position vote.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BAND PLACEMENT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2 GHz window: the low-mid band wins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– 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–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S-parameters. LOSO per-position vote accuracy (%). Highlighted row = best 2 GHz window (mean across phantoms).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11480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1148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2-4 GHz window wins. Above 4 GHz, F5 collapses to ~70%: the large lossy glandular insert attenuates high-frequency energy before it reaches interior positions. The empty phantom is band-agnostic.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BANDWIDTH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Expanding around 2-4 GHz: the knee is at 4 GHz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– 4.5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– 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S-parameters. Windows centred on the winning 2-4 GHz region.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11480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1148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1-5 GHz (4 GHz bandwidth, 3 GHz centre) recovers full-band accuracy on every phantom, including 100% on F5. Going wider adds nothing; going narrower costs F5 3-7 points. Half the bandwidth, zero accuracy cost.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Placement and width, at both hardware extremes</a:t>
            </a:r>
            <a:endParaRPr lang="en-US" sz="2500" dirty="0"/>
          </a:p>
        </p:txBody>
      </p:sp>
      <p:pic>
        <p:nvPicPr>
          <p:cNvPr id="4" name="Image 0" descr="assets/band_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1600"/>
            <a:ext cx="8321040" cy="31729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= all 16 S-parameters · dashed = single antenna (S11 only). Left: where the 2 GHz window sits. Right: accuracy vs bandwidth around 2-4 GHz.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COMBINED REDUCTIONS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1-5 GHz band with reduced hardware</a:t>
            </a:r>
            <a:endParaRPr lang="en-US" sz="2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34440"/>
                <a:gridCol w="1325880"/>
                <a:gridCol w="132588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 @ 1-5 GHz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F5 @ full band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antennas, reflection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 (1 &amp; 3), full 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antennas, reflection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antenna (S11)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977640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39776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reductions compound on F5: a band cut that is free with the full array costs 3-6 points once antennas or transmission paths are also removed. Best reduced operating point: 4 antennas, reflection-only, 1-5 GHz = 95% on the hardest phantom.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ROBUSTNESS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sweep with one antenna confirms the band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– 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–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– 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221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 only. Note 0.1-2 GHz: fine with the full array (90.9 on F5), catastrophic alone (25.3).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224528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224528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 GHz wins again, so the band choice is robust; but with one antenna there is no knee - accuracy climbs to ~5 GHz. Antennas and bandwidth are partially interchangeable information budgets.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Chip band specification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BEDED"/>
          </a:solidFill>
          <a:ln w="19050">
            <a:solidFill>
              <a:srgbClr val="BE000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904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Spec: 1-5 GHz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901952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GHz bandwidth, 3 GHz centre. Full-band accuracy on every phantom with the array; the anchor for any hardware configuration.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4904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Fallback: 1.5-4.5 GHz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901952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GHz bandwidth costs only 1-3 points on the hardest phantom; 2-4 GHz is the floor (-7 on F5).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99232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311810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Avoid: above 5 GHz and below 1 GHz alone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52958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bands carry no F5 information (insert attenuation). Pure low band collapses without array diversity.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2999232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311810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principle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352958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and bandwidth trade against each other. Cut one aggressively, not both: 4-ant reflection-only @ 1-5 GHz keeps 95% on F5.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results: CNN classification, raw S-parameters, leave-one-session-out, measured A3 phantom data. Details in results/ and docs/CHANGELOG.md.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TRYING TO BREAK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constraint, new question: where does it fail?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task: stay entirely below 4 GHz (easier chip) and push the bandwidth down until the model breaks. That needs a definition of 'broken':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E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DEGRADED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2743200" y="19659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below 90% of that phantom's full-band accuracy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89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UNSTABLE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743200" y="239572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fold-to-fold sigma of 10 points or more: works one session, fails the next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82549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BROKEN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43200" y="2825496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below 50%: wrong more often than right (the headline break)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25526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E1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743200" y="3255264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below 25%: approaching uselessness (still ~10x chance)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97764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descend bandwidth 3 -&gt; 2 -&gt; 1 -&gt; 0.5 -&gt; 0.25 -&gt; 0.1 -&gt; 0.05 GHz with the best placement at every width, plus a nine-window placement scan at 0.25 GHz. All below 4 GHz.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PLACEMENT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0.25 GHz window: placement is everything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920240"/>
                <a:gridCol w="2011680"/>
                <a:gridCol w="2011680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(GHz)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0.5 - 0.75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43.8 ± 7.9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 ± 7.4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 ± 6.3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1 - 1.25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48.4 ± 9.3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 ± 6.1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± 9.7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1.25 - 1.5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 ± 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 ± 12.0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 ± 3.0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1.5 - 1.75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88.5 ± 9.0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± 20.2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1.75 - 2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1.3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± 12.6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2 - 2.25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 ± 5.7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83.8 ± 3.5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2.5 - 2.75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1.3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 ± 4.6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3 - 3.25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3.8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± 1.7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3.5 - 3.75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 ± 2.5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 ± 3.5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43484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43484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slot: 2-2.25 GHz (highlighted; also far more stable than 1.75-2). Red rows: below ~1.25 GHz even the EMPTY phantom breaks the 50% line. Bandwidth is survivable; bad placement is not.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DESCENT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placement at every width, down to 0.05 GHz</a:t>
            </a:r>
            <a:endParaRPr lang="en-US" sz="2500" dirty="0"/>
          </a:p>
        </p:txBody>
      </p:sp>
      <p:pic>
        <p:nvPicPr>
          <p:cNvPr id="4" name="Image 0" descr="assets/break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298448"/>
            <a:ext cx="7223760" cy="39136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VERDICT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phantom breaks</a:t>
            </a:r>
            <a:endParaRPr lang="en-US" sz="2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4480"/>
                <a:gridCol w="1645920"/>
                <a:gridCol w="173736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Degraded (&lt;90% of full band)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 (fold sigma &gt;= 10)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Broken (&lt;50%)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at 0.05 GHz (50 MHz)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90.4 ± 7.1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59.6 ± 17.8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749040"/>
            <a:ext cx="8229600" cy="1005840"/>
          </a:xfrm>
          <a:prstGeom prst="roundRect">
            <a:avLst>
              <a:gd name="adj" fmla="val 5455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37490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all 16 S-parameters and a well-placed window, bandwidth alone cannot push any phantom below 50%: even a 50 MHz sliver holds 99 / 90 / 60. F5 fails softly (degraded, then session-unstable below 1 GHz). Breaking for real requires combining the band cut with hardware reduction; that adaptive descent (reflection-only, fewer antennas) is running now.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Reduction - Tumor Localization Chip Study</dc:title>
  <dc:subject>PptxGenJS Presentation</dc:subject>
  <dc:creator>Peter Martin</dc:creator>
  <cp:lastModifiedBy>Peter Martin</cp:lastModifiedBy>
  <cp:revision>1</cp:revision>
  <dcterms:created xsi:type="dcterms:W3CDTF">2026-08-01T01:32:20Z</dcterms:created>
  <dcterms:modified xsi:type="dcterms:W3CDTF">2026-08-01T01:32:20Z</dcterms:modified>
</cp:coreProperties>
</file>