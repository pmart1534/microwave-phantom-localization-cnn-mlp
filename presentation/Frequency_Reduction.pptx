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207008"/>
            <a:ext cx="64008" cy="141732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234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LOCALIZATION · CHIP-DESIGN STUDY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Frequency Reduction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41248" y="26060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narrow can the measurement band go before localization degrades?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classification · raw S-parameters · LOSO · measured A3 phantom data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1–5 GHz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4124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band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3872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3872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bandwidth of the full sweep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3620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23620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accuracy retained (full array)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Martin  ·  University of Utah  ·  Electrical &amp; Computer Engineering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bandwidth, simpler chip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integrated version of this system lives or dies on front-end complexity: a narrower sweep means simpler synthesizers, antennas and calibration. The question is what accuracy that costs, and where the band should sit.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7627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148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information live?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840480" y="2148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 2 GHz window across 0.1–8 GHz; full 4-antenna array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WIDE must the band be?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840480" y="2743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2 → 3 → 4 → 5 GHz around the winning region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3337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combine with reduced hardware?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840480" y="3337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band × fewer antennas / reflection-only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931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band choice robust?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84048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whole sweep with a single antenna (S11 only)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cell: CNN classifier, raw mag+phase input, 100-epoch leave-one-session-out, per-position vote.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BAND PLACEMENT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 GHz window: the low-mid band wins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LOSO per-position vote accuracy (%). Highlighted row = best 2 GHz window (mean across phantoms).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2-4 GHz window wins. Above 4 GHz, F5 collapses to ~70%: the large lossy glandular insert attenuates high-frequency energy before it reaches interior positions. The empty phantom is band-agnostic.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BANDWIDTH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Expanding around 2-4 GHz: the knee is at 4 GHz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– 4.5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Windows centred on the winning 2-4 GHz region.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GHz (4 GHz bandwidth, 3 GHz centre) recovers full-band accuracy on every phantom, including 100% on F5. Going wider adds nothing; going narrower costs F5 3-7 points. Half the bandwidth, zero accuracy cost.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Placement and width, at both hardware extremes</a:t>
            </a:r>
            <a:endParaRPr lang="en-US" sz="2500" dirty="0"/>
          </a:p>
        </p:txBody>
      </p:sp>
      <p:pic>
        <p:nvPicPr>
          <p:cNvPr id="4" name="Image 0" descr="assets/band_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8321040" cy="3172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all 16 S-parameters · dashed = single antenna (S11 only). Left: where the 2 GHz window sits. Right: accuracy vs bandwidth around 2-4 GHz.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COMBINED REDUCTIONS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1-5 GHz band with reduced hardware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34440"/>
                <a:gridCol w="1325880"/>
                <a:gridCol w="132588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@ 1-5 GHz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F5 @ full band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full 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antenna (S11)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97764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9776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reductions compound on F5: a band cut that is free with the full array costs 3-6 points once antennas or transmission paths are also removed. Best reduced operating point: 4 antennas, reflection-only, 1-5 GHz = 95% on the hardest phantom.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ROBUSTNESS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sweep with one antenna confirms the band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221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 only. Note 0.1-2 GHz: fine with the full array (90.9 on F5), catastrophic alone (25.3).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224528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22452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GHz wins again, so the band choice is robust; but with one antenna there is no knee - accuracy climbs to ~5 GHz. Antennas and bandwidth are partially interchangeable information budgets.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Chip band specification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BEDED"/>
          </a:solidFill>
          <a:ln w="19050">
            <a:solidFill>
              <a:srgbClr val="BE000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Spec: 1-5 GHz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GHz bandwidth, 3 GHz centre. Full-band accuracy on every phantom with the array; the anchor for any hardware configuration.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Fallback: 1.5-4.5 GHz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GHz bandwidth costs only 1-3 points on the hardest phantom; 2-4 GHz is the floor (-7 on F5).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Avoid: above 5 GHz and below 1 GHz alone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bands carry no F5 information (insert attenuation). Pure low band collapses without array diversity.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principle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and bandwidth trade against each other. Cut one aggressively, not both: 4-ant reflection-only @ 1-5 GHz keeps 95% on F5.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results: CNN classification, raw S-parameters, leave-one-session-out, measured A3 phantom data. Details in results/ and docs/CHANGELOG.md.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Reduction - Tumor Localization Chip Study</dc:title>
  <dc:subject>PptxGenJS Presentation</dc:subject>
  <dc:creator>Peter Martin</dc:creator>
  <cp:lastModifiedBy>Peter Martin</cp:lastModifiedBy>
  <cp:revision>1</cp:revision>
  <dcterms:created xsi:type="dcterms:W3CDTF">2026-07-28T16:48:13Z</dcterms:created>
  <dcterms:modified xsi:type="dcterms:W3CDTF">2026-07-28T16:48:13Z</dcterms:modified>
</cp:coreProperties>
</file>