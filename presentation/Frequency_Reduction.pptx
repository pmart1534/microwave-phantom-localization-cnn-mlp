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8288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3" name="Shape 1"/>
          <p:cNvSpPr/>
          <p:nvPr/>
        </p:nvSpPr>
        <p:spPr>
          <a:xfrm>
            <a:off x="621792" y="1207008"/>
            <a:ext cx="64008" cy="1417320"/>
          </a:xfrm>
          <a:prstGeom prst="rect">
            <a:avLst/>
          </a:prstGeom>
          <a:solidFill>
            <a:srgbClr val="BE0000"/>
          </a:solidFill>
          <a:ln/>
        </p:spPr>
      </p:sp>
      <p:sp>
        <p:nvSpPr>
          <p:cNvPr id="4" name="Text 2"/>
          <p:cNvSpPr/>
          <p:nvPr/>
        </p:nvSpPr>
        <p:spPr>
          <a:xfrm>
            <a:off x="841248" y="1234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LOCALIZATION · CHIP-DESIGN STUDY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41248" y="1600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Frequency Reduction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41248" y="260604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narrow can the measurement band go before localization degrades?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classification · raw S-parameters · LOSO · measured A3 phantom data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1–5 GHz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84124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band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53872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353872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bandwidth of the full sweep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236208" y="3657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236208" y="41605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accuracy retained (full array)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36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Martin  ·  University of Utah  ·  Electrical &amp; Computer Engineering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Smaller bandwidth, simpler chip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 version of this system lives or dies on front-end complexity: a narrower sweep means simpler synthesizers, antennas and calibration. The question is what accuracy that costs, and where the band should sit.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7627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1488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information live?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84048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a 2 GHz window across 0.1–8 GHz; full 4-antenna array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97280" y="27432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WIDE must the band be?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840480" y="27432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2 → 3 → 4 → 5 GHz around the winning region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33375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combine with reduced hardware?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840480" y="33375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band × fewer antennas / reflection-only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959352"/>
            <a:ext cx="384048" cy="384048"/>
          </a:xfrm>
          <a:prstGeom prst="ellipse">
            <a:avLst/>
          </a:prstGeom>
          <a:solidFill>
            <a:srgbClr val="BE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931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1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band choice robust?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84048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whole sweep with a single antenna (S11 only)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cell: CNN classifier, raw mag+phase input, 100-epoch leave-one-session-out, per-position vote.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BAND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 GHz window: the low-mid band wins</a:t>
            </a:r>
            <a:endParaRPr lang="en-US" sz="2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LOSO per-position vote accuracy (%). Highlighted row = best 2 GHz window (mean across phantoms).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2-4 GHz window wins. Above 4 GHz, F5 collapses to ~70%: the large lossy glandular insert attenuates high-frequency energy before it reaches interior positions. The empty phantom is band-agnostic.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BANDWIDTH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Expanding around 2-4 GHz: the knee is at 4 GHz</a:t>
            </a:r>
            <a:endParaRPr lang="en-US" sz="2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– 4.5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S-parameters. Windows centred on the winning 2-4 GHz region.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11480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11480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1-5 GHz (4 GHz bandwidth, 3 GHz centre) recovers full-band accuracy on every phantom, including 100% on F5. Going wider adds nothing; going narrower costs F5 3-7 points. Half the bandwidth, zero accuracy cost.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PICTURE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Placement and width, at both hardware extremes</a:t>
            </a:r>
            <a:endParaRPr lang="en-US" sz="2500" dirty="0"/>
          </a:p>
        </p:txBody>
      </p:sp>
      <p:pic>
        <p:nvPicPr>
          <p:cNvPr id="4" name="Image 0" descr="assets/band_combi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71600"/>
            <a:ext cx="8321040" cy="3172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= all 16 S-parameters · dashed = single antenna (S11 only). Left: where the 2 GHz window sits. Right: accuracy vs bandwidth around 2-4 GHz.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COMBINED REDUCTIONS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1-5 GHz band with reduced hardware</a:t>
            </a:r>
            <a:endParaRPr lang="en-US" sz="2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34440"/>
                <a:gridCol w="1325880"/>
                <a:gridCol w="132588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@ 1-5 GHz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F5 @ full band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antennas, reflection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7764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9776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reductions compound on F5: a band cut that is free with the full array costs 3-6 points once antennas or transmission paths are also removed. Best reduced operating point: 4 antennas, reflection-only, 1-5 GHz = 95% on the hardest phantom.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ROBUSTNESS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sweep with one antenna confirms the band</a:t>
            </a:r>
            <a:endParaRPr lang="en-US" sz="2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188720"/>
                <a:gridCol w="155448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 (GHz)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Width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–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– 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– 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– 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– 8 (full)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6E6E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38221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 only. Note 0.1-2 GHz: fine with the full array (90.9 on F5), catastrophic alone (25.3).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422452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4224528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 GHz wins again, so the band choice is robust; but with one antenna there is no knee - accuracy climbs to ~5 GHz. Antennas and bandwidth are partially interchangeable information budgets.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Chip band specification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BEDED"/>
          </a:solidFill>
          <a:ln w="19050">
            <a:solidFill>
              <a:srgbClr val="BE000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Spec: 1-5 GHz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GHz bandwidth, 3 GHz centre. Full-band accuracy on every phantom with the array; the anchor for any hardware configuration.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371600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4904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Fallback: 1.5-4.5 GHz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901952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GHz bandwidth costs only 1-3 points on the hardest phantom; 2-4 GHz is the floor (-7 on F5).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Avoid: above 5 GHz and below 1 GHz alone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bands carry no F5 information (insert attenuation). Pure low band collapses without array diversity.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999232"/>
            <a:ext cx="39776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3118104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3529584"/>
            <a:ext cx="3566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other. Cut one aggressively, not both: 4-ant reflection-only @ 1-5 GHz keeps 95% on F5.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results: CNN classification, raw S-parameters, leave-one-session-out, measured A3 phantom data. Details in results/ and docs/CHANGELOG.md.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TRYING TO BREAK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constraint, new question: where does it fail?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task: stay entirely below 4 GHz (easier chip) and push the bandwidth down until the model breaks. That needs a definition of 'broken':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659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6E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DEGRADED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2743200" y="1965960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90% of that phantom's full-band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889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UNSTABLE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743200" y="239572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fold-to-fold sigma of 10 points or more: works one session, fails the next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282549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E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743200" y="2825496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50%: wrong more often than right (the headline break)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25526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E1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2743200" y="3255264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below 25%: approaching uselessness (still ~10x chance)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397764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descend bandwidth 3 -&gt; 2 -&gt; 1 -&gt; 0.5 -&gt; 0.25 -&gt; 0.1 -&gt; 0.05 GHz with the best placement at every width, plus a nine-window placement scan at 0.25 GHz. All below 4 GHz.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0.25 GHz window: placement is everything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920240"/>
                <a:gridCol w="2011680"/>
                <a:gridCol w="2011680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(GHz)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0.5 - 0.75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43.8 ± 7.9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 ± 7.4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65.7 ± 6.3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1 - 1.25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48.4 ± 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 ± 6.1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9.7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1.25 - 1.5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94.8 ±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 ± 12.0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 ± 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1.5 - 1.75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88.5 ± 9.0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20.2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1.75 - 2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± 12.6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2 - 2.25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 ± 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95.5 ± 5.7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2.5 - 2.75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1.3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3 - 3.25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96.8 ± 3.8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74.7 ± 1.7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A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3.5 - 3.75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 ± 2.5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 ± 3.5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4348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43484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slot: 2-2.25 GHz (highlighted; also far more stable than 1.75-2). Red rows: below ~1.25 GHz even the EMPTY phantom breaks the 50% line. Bandwidth is survivable; bad placement is not.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PLACEMENT, PROVEN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phantom has its own best frequency</a:t>
            </a:r>
            <a:endParaRPr lang="en-US" sz="2500" dirty="0"/>
          </a:p>
        </p:txBody>
      </p:sp>
      <p:pic>
        <p:nvPicPr>
          <p:cNvPr id="4" name="Image 0" descr="assets/band_impor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0"/>
            <a:ext cx="8595360" cy="2633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148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Sufficiency scan: train on ONLY one window and slide it across the spectrum. Best narrow slot differs by phantom: empty ~2.0 GHz (indifferent above 1.45), F4 ~3.0 (small target rewards higher frequency), F5 ~2.2-2.3 (large lossy insert forces low). The descent's 1.85-1.9 GHz slot was NOT F5's best (62.6 there vs 78.8 at 2.2-2.3), so true narrow-band floors are even higher. Pick the chip band for the worst-case target.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THE DESCENT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placement at every width, down to 0.05 GHz</a:t>
            </a:r>
            <a:endParaRPr lang="en-US" sz="2500" dirty="0"/>
          </a:p>
        </p:txBody>
      </p:sp>
      <p:pic>
        <p:nvPicPr>
          <p:cNvPr id="4" name="Image 0" descr="assets/break_cur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298448"/>
            <a:ext cx="7223760" cy="391363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breaks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4480"/>
                <a:gridCol w="1645920"/>
                <a:gridCol w="1737360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Degraded (&lt;90% of full band)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Unstable (fold sigma &gt;= 10)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Broken (&lt;50%)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at 0.05 GHz (50 MHz)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 ± 1.1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90.4 ± 7.1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59.6 ± 17.8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1005840"/>
          </a:xfrm>
          <a:prstGeom prst="roundRect">
            <a:avLst>
              <a:gd name="adj" fmla="val 5455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3749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all 16 S-parameters and a well-placed window, bandwidth alone cannot push any phantom below 50%: even a 50 MHz sliver holds 99 / 90 / 60. F5 fails softly (degraded, then session-unstable below 1 GHz). Breaking for real requires combining the band cut with hardware reduction; that adaptive descent is Part 3.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HARDWARE + BAND TOGETHER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break map: 5 hardware levels x 7 bands</a:t>
            </a:r>
            <a:endParaRPr lang="en-US" sz="2500" dirty="0"/>
          </a:p>
        </p:txBody>
      </p:sp>
      <p:pic>
        <p:nvPicPr>
          <p:cNvPr id="4" name="Image 0" descr="assets/break_desce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224528"/>
            <a:ext cx="8229600" cy="777240"/>
          </a:xfrm>
          <a:prstGeom prst="roundRect">
            <a:avLst>
              <a:gd name="adj" fmla="val 7059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224528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descent: bands narrow left to right at the best placement per width; once a phantom scores below 50% (black box) it stops descending at that hardware level. Blank cells were skipped after the break. Empty stays green everywhere.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BREAK MAP V2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descent, but each phantom aims at its own best frequency</a:t>
            </a:r>
            <a:endParaRPr lang="en-US" sz="2500" dirty="0"/>
          </a:p>
        </p:txBody>
      </p:sp>
      <p:pic>
        <p:nvPicPr>
          <p:cNvPr id="4" name="Image 0" descr="assets/break_descent_map_b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417320"/>
            <a:ext cx="8686800" cy="2578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60520"/>
            <a:ext cx="8229600" cy="960120"/>
          </a:xfrm>
          <a:prstGeom prst="roundRect">
            <a:avLst>
              <a:gd name="adj" fmla="val 5714"/>
            </a:avLst>
          </a:prstGeom>
          <a:solidFill>
            <a:srgbClr val="FBEDED"/>
          </a:solidFill>
          <a:ln w="12700">
            <a:solidFill>
              <a:srgbClr val="E8C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58368" y="416052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Re-centered ladders (empty -&gt; 2.0 GHz, F4 -&gt; 3.0, F5 -&gt; 2.25). F4's single-antenna break vanishes entirely (70% at 50 MHz vs broken at 0.5 GHz before): its 'break' was bad placement, not missing information. F5's floors rise ~10-15 points and it survives one step further, but its reduced-hardware breaks remain - those are physics. Caveat: best centers came from full-array scans and shift slightly at reduced hardware (empty on S11 alone did better at the old 1.85-1.9 slot).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E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VERDICT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1206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A16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phantom finally breaks (&lt;50%)</a:t>
            </a:r>
            <a:endParaRPr lang="en-US" sz="2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554480"/>
                <a:gridCol w="155448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 + F5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S-params (full array)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60)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antennas,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GHz (47%)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full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(35%)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antennas (1 &amp; 3), reflection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(45%)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antenna (S11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never (floor 75)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GHz (40%)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E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GHz (21%)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37947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 is perfectly ordered: empty never breaks (75% even on S11 + 50 MHz); F4 breaks only at the most extreme cut; F5 breaks at every reduced-hardware level.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Antennas and bandwidth trade against each other: each hardware cut moves F5's breaking point to a wider band (0.1 -&gt; 0.5 -&gt; 1 GHz).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Chip takeaway: with 2 antennas keep at least ~2 GHz of band (in the 1-4 GHz region); with the full array, bandwidth is nearly free.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Reduction - Tumor Localization Chip Study</dc:title>
  <dc:subject>PptxGenJS Presentation</dc:subject>
  <dc:creator>Peter Martin</dc:creator>
  <cp:lastModifiedBy>Peter Martin</cp:lastModifiedBy>
  <cp:revision>1</cp:revision>
  <dcterms:created xsi:type="dcterms:W3CDTF">2026-08-04T14:01:43Z</dcterms:created>
  <dcterms:modified xsi:type="dcterms:W3CDTF">2026-08-04T14:01:43Z</dcterms:modified>
</cp:coreProperties>
</file>