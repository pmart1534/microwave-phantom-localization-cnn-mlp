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1207008"/>
            <a:ext cx="64008" cy="141732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234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LOCALIZATION · CHIP-DESIGN STUDY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1600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Reduction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2606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narrow can the measurement band go before localization degrades?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classification · raw S-parameters · LOSO · measured A3 phantom 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3657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1–5 GHz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41248" y="4160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full-band accuracy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38728" y="3657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538728" y="4160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bandwidth of the full sweep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36208" y="3657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36208" y="4160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accuracy retained (full array)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Martin  ·  University of Utah  ·  Electrical &amp; Computer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Smaller bandwidth, simpler chip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version of this system lives or dies on front-end complexity: a narrower sweep means simpler synthesizers, antennas and calibration. The question is what accuracy that costs, and where the band should sit.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information live?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84048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 2 GHz window across 0.1–8 GHz; full 4-antenna array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WIDE must the band be?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840480" y="2743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2 → 3 → 4 → 5 GHz around the winning region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64992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combine with reduced hardware?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840480" y="3337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band × fewer antennas / reflection-only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band choice robust?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84048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whole sweep with a single antenna (S11 only)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cell: CNN classifier, raw mag+phase input, 100-epoch leave-one-session-out, per-position vote.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BAND PLACEMENT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2 GHz window slid across the sweep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55448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(GHz)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–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–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–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– 8 (full)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S-parameters. LOSO per-position vote accuracy (%). Highlighted row = best 2 GHz window (mean across phantoms).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41148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41148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GHz is the highest-scoring 2 GHz window. Above 4 GHz, F5 drops to ~70%. The empty phantom scores 99.4 in every window.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BANDWIDTH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Expanding the window around 2-4 GHz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55448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(GHz)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– 4.5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– 5.5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– 8 (full)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S-parameters. Windows centred on the winning 2-4 GHz region.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41148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41148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GHz (4 GHz bandwidth, 3 GHz centre) matches full-band accuracy on all three phantoms, including 100% on F5. 0.5-5.5 GHz scores the same; 1.5-4.5 and 2-4 GHz score 3-7 points lower on F5.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and width, at both hardware extremes</a:t>
            </a:r>
            <a:endParaRPr lang="en-US" sz="2500" dirty="0"/>
          </a:p>
        </p:txBody>
      </p:sp>
      <p:pic>
        <p:nvPicPr>
          <p:cNvPr id="4" name="Image 0" descr="assets/band_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172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all 16 S-parameters · dashed = single antenna (S11 only). Left: where the 2 GHz window sits. Right: accuracy vs bandwidth around 2-4 GHz.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COMBINED REDUCTIONS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1-5 GHz band with reduced hardware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34440"/>
                <a:gridCol w="1325880"/>
                <a:gridCol w="1325880"/>
                <a:gridCol w="15087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@ 1-5 GHz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 @ full band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antennas, reflection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antennas (1 &amp; 3), full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antennas, reflection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antenna (S11)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39776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full array, restricting to 1-5 GHz left accuracy unchanged; with reduced antennas the same restriction scores 3-6 points lower on F5 than full band. 4 antennas reflection-only at 1-5 GHz: 94.9 on F5.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ROBUSTNESS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window sweep with one antenna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55448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(GHz)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–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–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–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– 5.5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– 8 (full)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22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only. Note 0.1-2 GHz: fine with the full array (90.9 on F5), catastrophic alone (25.3).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422452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422452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antenna, 2-4 GHz is again the highest 2 GHz window. F5 accuracy rises with width through ~5 GHz (62.6 at 2 GHz -&gt; 74.8 at 5 GHz). The 0.1-2 GHz window scores 25.3 on F5 with one antenna vs 90.9 with the full array.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Chip band specification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BEDED"/>
          </a:solidFill>
          <a:ln w="19050">
            <a:solidFill>
              <a:srgbClr val="BE000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904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Spec: 1-5 GHz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0195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GHz bandwidth, 3 GHz centre. Matched full-band accuracy on all three phantoms with the full array.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904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Fallback: 1.5-4.5 GHz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90195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1-3 points below full band on F5; 2-4 GHz scored 7 below.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99232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1181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Low-scoring regions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52958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F5: 71.7 / 69.7 at 4-6 / 6-8 GHz (full array); 25.3 at 0.1-2 GHz with one antenna.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999232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1181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reductions at 1-5 GHz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52958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F5: 94.9 (4-ant refl) / 92.9 (2-ant) / 84.8 (2-ant refl) / 69.7 (1 antenna).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results: CNN classification, raw S-parameters, leave-one-session-out, measured A3 phantom data. Details in results/ and docs/CHANGELOG.md.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TRYING TO BREAK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constraint, new question: where does it fail?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task: stay entirely below 4 GHz (easier chip) and push the bandwidth down until the model breaks. That needs a definition of 'broken':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743200" y="19659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below 90% of that phantom's full-band accuracy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89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UNSTABLE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743200" y="239572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fold-to-fold sigma of 10 points or more: works one session, fails the next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8254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743200" y="282549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below 50%: wrong more often than right (the headline break)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2552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743200" y="325526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below 25%: approaching uselessness (still ~10x chance)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9776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descend bandwidth 3 -&gt; 2 -&gt; 1 -&gt; 0.5 -&gt; 0.25 -&gt; 0.1 -&gt; 0.05 GHz with the best placement at every width, plus a nine-window placement scan at 0.25 GHz. All below 4 GHz.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PLACEMENT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0.25 GHz windows across the span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2011680"/>
                <a:gridCol w="2011680"/>
              </a:tblGrid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(GHz)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0.5 - 0.75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 ± 7.9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 ± 7.4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 ± 6.3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1 - 1.25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48.4 ± 9.3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65.4 ± 6.1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74.7 ± 9.7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1.25 - 1.5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 ± 4.5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 ± 12.0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 ± 3.0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1.5 - 1.75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 ± 9.0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74.7 ± 20.2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1.75 - 2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 ± 1.3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 ± 12.6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2 - 2.25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± 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 ± 5.7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 ± 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2.5 - 2.75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 ± 1.3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 ± 4.6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3 - 3.25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 ± 3.8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74.7 ± 1.7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3.5 - 3.75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 ± 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 ± 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3484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4348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window: 2-2.25 GHz (highlighted), with lower fold sigma than 1.75-2. In the red rows (below ~1.25 GHz) empty and F4 score below 50%.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PLACEMENT SCAN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phantom has a different best frequency</a:t>
            </a:r>
            <a:endParaRPr lang="en-US" sz="2500" dirty="0"/>
          </a:p>
        </p:txBody>
      </p:sp>
      <p:pic>
        <p:nvPicPr>
          <p:cNvPr id="4" name="Image 0" descr="assets/band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8595360" cy="2633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114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trained on only one window at a time, slid across the spectrum. Best narrow slot per phantom: empty ~2.0 GHz (99+ everywhere above 1.45), F4 ~3.0 GHz, F5 ~2.2-2.3 GHz. At 100 MHz width F5 scores 78.8 at 2.2-2.3 vs 62.6 at 1.825-1.925, the slot used in the Part 2 descent.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DESCENT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placement at every width, down to 0.05 GHz</a:t>
            </a:r>
            <a:endParaRPr lang="en-US" sz="2500" dirty="0"/>
          </a:p>
        </p:txBody>
      </p:sp>
      <p:pic>
        <p:nvPicPr>
          <p:cNvPr id="4" name="Image 0" descr="assets/break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298448"/>
            <a:ext cx="7223760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VERDICT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phantom breaks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1645920"/>
                <a:gridCol w="17373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Degraded (&lt;90% of full band)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 (fold sigma &gt;= 10)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(&lt;50%)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at 0.05 GHz (50 MHz)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 ± 7.1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 ± 17.8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3749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all 16 S-parameters, no phantom scores below 50% at any width: at 50 MHz the floors are 99.3 / 90.4 / 59.6. F5 crosses the degraded tier at 0.5 GHz and the unstable tier at 1 GHz. Part 3 repeats the descent with reduced hardware.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HARDWARE + BAND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break map: 5 hardware levels x 7 bands</a:t>
            </a:r>
            <a:endParaRPr lang="en-US" sz="2500" dirty="0"/>
          </a:p>
        </p:txBody>
      </p:sp>
      <p:pic>
        <p:nvPicPr>
          <p:cNvPr id="4" name="Image 0" descr="assets/break_descent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417320"/>
            <a:ext cx="8686800" cy="2578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224528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22452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narrow left to right at the best placement per width; once a phantom scores below 50% (black box) it stops descending at that hardware level. Blank cells were skipped after the break. Empty does not cross 50% in any cell.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BREAK MAP V2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descent with per-phantom band centers</a:t>
            </a:r>
            <a:endParaRPr lang="en-US" sz="2500" dirty="0"/>
          </a:p>
        </p:txBody>
      </p:sp>
      <p:pic>
        <p:nvPicPr>
          <p:cNvPr id="4" name="Image 0" descr="assets/break_descent_map_b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417320"/>
            <a:ext cx="8686800" cy="2578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6052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1605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re-centered per phantom: F4 -&gt; 3.0 GHz, F5 -&gt; 2.25 GHz. Empty keeps its original ~1.875 GHz bands: its full-array scan scored 99-100 in every window, and at single antenna the original slot scored higher (76/75 vs 71/59 at 0.1/0.05 GHz). With re-centered bands, F4's single-antenna row no longer crosses 50% (70.5 at 50 MHz vs 39.7 at 0.5 GHz before) and F5's sub-50% cells shift one column narrower.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band below 50%, original descent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554480"/>
                <a:gridCol w="155448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S-params (full array)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(floor 60)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antennas, reflection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GHz (47%)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antennas (1 &amp; 3), full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GHz (35%)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antennas (1 &amp; 3), reflection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GHz (45%)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antenna (S11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(floor 75)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GHz (40%)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GHz (21%)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794760"/>
            <a:ext cx="8138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never scores below 50% in any cell. F4 crosses 50% only at 1 antenna + 0.5 GHz (and not at all with re-centered bands). F5 crosses 50% at every reduced-hardware level.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F5's first sub-50% band widens as hardware is reduced: 0.1 GHz (4 ant refl) -&gt; 0.5 GHz (2 ant) -&gt; 1 GHz (2 ant refl, 1 ant).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 Reduction - Tumor Localization Chip Study</dc:title>
  <dc:subject>PptxGenJS Presentation</dc:subject>
  <dc:creator>Peter Martin</dc:creator>
  <cp:lastModifiedBy>Peter Martin</cp:lastModifiedBy>
  <cp:revision>1</cp:revision>
  <dcterms:created xsi:type="dcterms:W3CDTF">2026-08-04T16:35:53Z</dcterms:created>
  <dcterms:modified xsi:type="dcterms:W3CDTF">2026-08-04T16:35:53Z</dcterms:modified>
</cp:coreProperties>
</file>