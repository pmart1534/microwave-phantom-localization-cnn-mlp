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D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37744"/>
          </a:xfrm>
          <a:prstGeom prst="rect">
            <a:avLst/>
          </a:prstGeom>
          <a:solidFill>
            <a:srgbClr val="BE0000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1847088"/>
            <a:ext cx="82296" cy="1371600"/>
          </a:xfrm>
          <a:prstGeom prst="rect">
            <a:avLst/>
          </a:prstGeom>
          <a:solidFill>
            <a:srgbClr val="BE0000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184708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B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97280" y="228600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A16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Bandwidth &amp; hardware reduction for the tumor localizer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1097280" y="3401568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36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(x,y) localization error as the RF band is narrowed and antennas / features are removed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97280" y="452628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E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Measured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97280" y="502920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36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 phantom, session-LOSO CNN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709160" y="452628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E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Simulated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709160" y="502920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36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HFSS metal, 8-fold CNN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321040" y="452628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E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Metric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321040" y="502920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36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lateral (x,y) error, mm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BE000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92608"/>
            <a:ext cx="11183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A16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Localization error vs bandwidth used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k-NN signal floor; per configuration, best center at each width</a:t>
            </a:r>
            <a:endParaRPr lang="en-US" sz="1300" dirty="0"/>
          </a:p>
        </p:txBody>
      </p:sp>
      <p:pic>
        <p:nvPicPr>
          <p:cNvPr id="5" name="Image 0" descr="bw_kne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75544" y="1371600"/>
            <a:ext cx="7437863" cy="525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BE000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92608"/>
            <a:ext cx="11183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A16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Localization error vs number of discrete tones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Greedy-selected frequency tones; per configuration</a:t>
            </a:r>
            <a:endParaRPr lang="en-US" sz="1300" dirty="0"/>
          </a:p>
        </p:txBody>
      </p:sp>
      <p:pic>
        <p:nvPicPr>
          <p:cNvPr id="5" name="Image 0" descr="bw_ton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7709" y="1371600"/>
            <a:ext cx="8373533" cy="525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BE000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92608"/>
            <a:ext cx="11183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A16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 by 0.25 GHz window center, and by bandwidth at the best center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(empty/F4/F5) and simulated; 0.25 GHz windows across the band (left), bandwidth knee (right)</a:t>
            </a:r>
            <a:endParaRPr lang="en-US" sz="1300" dirty="0"/>
          </a:p>
        </p:txBody>
      </p:sp>
      <p:pic>
        <p:nvPicPr>
          <p:cNvPr id="5" name="Image 0" descr="narrowband_combin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9476" y="1626577"/>
            <a:ext cx="11430000" cy="474784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BE000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92608"/>
            <a:ext cx="11183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A16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Simulated CNN error: band x cross-validation protocol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2-8 GHz vs 2-4 GHz; random 8-fold vs strict (x,y)-disjoint 8-fold</a:t>
            </a:r>
            <a:endParaRPr lang="en-US" sz="1300" dirty="0"/>
          </a:p>
        </p:txBody>
      </p:sp>
      <p:pic>
        <p:nvPicPr>
          <p:cNvPr id="5" name="Image 0" descr="sim_band_protoco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63347" y="1371600"/>
            <a:ext cx="8262257" cy="525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BE000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92608"/>
            <a:ext cx="11183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A16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Hardware reduction x band narrowing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lateral (x,y) error, mm; each panel at its own best center; black box = &gt;20 mm</a:t>
            </a:r>
            <a:endParaRPr lang="en-US" sz="1300" dirty="0"/>
          </a:p>
        </p:txBody>
      </p:sp>
      <p:pic>
        <p:nvPicPr>
          <p:cNvPr id="5" name="Image 0" descr="reduction_gri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88533" y="1371600"/>
            <a:ext cx="8011886" cy="525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BE000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92608"/>
            <a:ext cx="11183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A16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Simulated CNN: lateral (x,y) vs depth (z) error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reduction grid; simulated only (measured is single-depth)</a:t>
            </a:r>
            <a:endParaRPr lang="en-US" sz="1300" dirty="0"/>
          </a:p>
        </p:txBody>
      </p:sp>
      <p:pic>
        <p:nvPicPr>
          <p:cNvPr id="5" name="Image 0" descr="sim_depth_gri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9476" y="1890346"/>
            <a:ext cx="11430000" cy="422030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Bandwidth &amp; Hardware Reduction - Results</dc:title>
  <dc:subject>PptxGenJS Presentation</dc:subject>
  <dc:creator>Peter Martin</dc:creator>
  <cp:lastModifiedBy>Peter Martin</cp:lastModifiedBy>
  <cp:revision>1</cp:revision>
  <dcterms:created xsi:type="dcterms:W3CDTF">2026-08-04T17:04:07Z</dcterms:created>
  <dcterms:modified xsi:type="dcterms:W3CDTF">2026-08-04T17:04:07Z</dcterms:modified>
</cp:coreProperties>
</file>