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Bandwidth &amp; hardware reduction for the tumor localizer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97280" y="34015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(x,y) localization error as the RF band is narrowed and antennas / features are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phantom, session-LOSO CNN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metal, 8-fold CNN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210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lateral (x,y) error, mm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error vs bandwidth used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floor; per configuration, best center at each width</a:t>
            </a:r>
            <a:endParaRPr lang="en-US" sz="1300" dirty="0"/>
          </a:p>
        </p:txBody>
      </p:sp>
      <p:pic>
        <p:nvPicPr>
          <p:cNvPr id="5" name="Image 0" descr="bw_kn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5544" y="1371600"/>
            <a:ext cx="743786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error vs number of discrete tones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Greedy-selected frequency tones; per configuration</a:t>
            </a:r>
            <a:endParaRPr lang="en-US" sz="1300" dirty="0"/>
          </a:p>
        </p:txBody>
      </p:sp>
      <p:pic>
        <p:nvPicPr>
          <p:cNvPr id="5" name="Image 0" descr="bw_t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7709" y="1371600"/>
            <a:ext cx="837353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by 0.25 GHz window center, and by bandwidth at the best center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(empty/F4/F5) and simulated; 0.25 GHz windows across the band (left), bandwidth knee (right)</a:t>
            </a:r>
            <a:endParaRPr lang="en-US" sz="1300" dirty="0"/>
          </a:p>
        </p:txBody>
      </p:sp>
      <p:pic>
        <p:nvPicPr>
          <p:cNvPr id="5" name="Image 0" descr="narrow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1626577"/>
            <a:ext cx="11430000" cy="47478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CNN error: band x cross-validation protocol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2-8 GHz vs 2-4 GHz; random 8-fold vs strict (x,y)-disjoint 8-fold</a:t>
            </a:r>
            <a:endParaRPr lang="en-US" sz="1300" dirty="0"/>
          </a:p>
        </p:txBody>
      </p:sp>
      <p:pic>
        <p:nvPicPr>
          <p:cNvPr id="5" name="Image 0" descr="sim_band_protoc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371600"/>
            <a:ext cx="8262257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reduction x band narrowing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lateral (x,y) error, mm; each panel at its own best center; black box = &gt;20 mm</a:t>
            </a:r>
            <a:endParaRPr lang="en-US" sz="1300" dirty="0"/>
          </a:p>
        </p:txBody>
      </p:sp>
      <p:pic>
        <p:nvPicPr>
          <p:cNvPr id="5" name="Image 0" descr="reduction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694214"/>
            <a:ext cx="11430000" cy="26125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CNN: lateral (x,y) vs depth (z) error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reduction grid; simulated only (measured is single-depth)</a:t>
            </a:r>
            <a:endParaRPr lang="en-US" sz="1300" dirty="0"/>
          </a:p>
        </p:txBody>
      </p:sp>
      <p:pic>
        <p:nvPicPr>
          <p:cNvPr id="5" name="Image 0" descr="sim_depth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1890346"/>
            <a:ext cx="11430000" cy="42203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Bandwidth &amp; Hardware Reduction - Results</dc:title>
  <dc:subject>PptxGenJS Presentation</dc:subject>
  <dc:creator>Peter Martin</dc:creator>
  <cp:lastModifiedBy>Peter Martin</cp:lastModifiedBy>
  <cp:revision>1</cp:revision>
  <dcterms:created xsi:type="dcterms:W3CDTF">2026-08-04T16:51:55Z</dcterms:created>
  <dcterms:modified xsi:type="dcterms:W3CDTF">2026-08-04T16:51:55Z</dcterms:modified>
</cp:coreProperties>
</file>