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37744"/>
          </a:xfrm>
          <a:prstGeom prst="rect">
            <a:avLst/>
          </a:prstGeom>
          <a:solidFill>
            <a:srgbClr val="BE0000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847088"/>
            <a:ext cx="82296" cy="1371600"/>
          </a:xfrm>
          <a:prstGeom prst="rect">
            <a:avLst/>
          </a:prstGeom>
          <a:solidFill>
            <a:srgbClr val="BE0000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84708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AUGMENTATION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" y="22860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the simulation behave like the bench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097280" y="3401568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HFSS sim is noise-free, so classification is trivially perfect and there are no sessions to hold out. We inject the bench's two measured nuisances so the sim supports LOSO and classification.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470916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SNR ~6.6x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52120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per-take measurement noise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709160" y="470916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~12%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709160" y="52120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cross-session drift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321040" y="470916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-&gt; LOSO + classify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321040" y="52120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augmented sim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BE00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augment the simulation?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deterministic sim cannot exercise the protocols the bench uses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486400" cy="4480560"/>
          </a:xfrm>
          <a:prstGeom prst="roundRect">
            <a:avLst>
              <a:gd name="adj" fmla="val 1837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276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5074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HFSS gives ONE noise-free S-parameter set per position.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is then trivially 100% - each position is a unique, exactly-repeatable signal.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no 'sessions' or repeat 'takes', so leave-one-session-out (LOSO) cannot even be run.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sim can't tell us where a real system breaks under noise, reduced antennas, or narrow bandwidth.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09360" y="1463040"/>
            <a:ext cx="5303520" cy="4480560"/>
          </a:xfrm>
          <a:prstGeom prst="roundRect">
            <a:avLst>
              <a:gd name="adj" fmla="val 1837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16276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fix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37960" y="2148840"/>
            <a:ext cx="4892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the two nuisances the bench actually has, measured from the June18 A3 data:</a:t>
            </a:r>
            <a:endParaRPr lang="en-US" sz="1350" dirty="0"/>
          </a:p>
          <a:p>
            <a:pPr lvl="1" marL="3556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per-take measurement noise (signal/noise ~6.6x)</a:t>
            </a:r>
            <a:endParaRPr lang="en-US" sz="1350" dirty="0"/>
          </a:p>
          <a:p>
            <a:pPr lvl="1" marL="3556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cross-session drift (~12% of the signal)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N sessions x takes per position, so the augmented sim has the SAME data structure as the bench.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RATIOS, not absolute levels - the sim tumor signal is ~5-7x weaker (antenna-model mismatch).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BE00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bench has that the sim lacks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the tumor differential dS: per-take noise (A), session-to-session drift (B); the augmentation reproduces both (C)</a:t>
            </a:r>
            <a:endParaRPr lang="en-US" sz="1350" dirty="0"/>
          </a:p>
        </p:txBody>
      </p:sp>
      <p:pic>
        <p:nvPicPr>
          <p:cNvPr id="5" name="Image 0" descr="sim_augment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" y="2249424"/>
            <a:ext cx="11338560" cy="33649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BE00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1: additive measurement noise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bench has per-take noise    How: SNR-matched, per S-parameter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486400" cy="4480560"/>
          </a:xfrm>
          <a:prstGeom prst="roundRect">
            <a:avLst>
              <a:gd name="adj" fmla="val 1837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276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5074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measured position is taken 16 times; the takes vary (thermal/receiver noise).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signal / take-to-take noise = ~6.6x (median over all S-parameters).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this, the sim classifier never makes a mistake.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09360" y="1463040"/>
            <a:ext cx="5303520" cy="4480560"/>
          </a:xfrm>
          <a:prstGeom prst="roundRect">
            <a:avLst>
              <a:gd name="adj" fmla="val 1837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16276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37960" y="2148840"/>
            <a:ext cx="4892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complex Gaussian noise to each S-parameter, generating multiple synthetic takes per position.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std per channel:  sigma_c = sim_signal_c / SNR_c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SNR_c pulled per S-parameter from the bench (reflections higher, transmission lower), not one global value.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matches the bench's signal-to-noise ratio while respecting that the sim signal is weaker.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BE00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2: cross-session drift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sessions differ, and LOSO must be a real test    How: common-mode, frequency-structured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486400" cy="4480560"/>
          </a:xfrm>
          <a:prstGeom prst="roundRect">
            <a:avLst>
              <a:gd name="adj" fmla="val 1837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276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5074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sessions (recalibration, cabling, temperature) the response drifts ~12% of the signal.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per-session z-score removes any constant scale, so drift must be FREQUENCY-STRUCTURED to survive it.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survives z-score, held-out sessions look genuinely different - so LOSO tests real generalization.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09360" y="1463040"/>
            <a:ext cx="5303520" cy="4480560"/>
          </a:xfrm>
          <a:prstGeom prst="roundRect">
            <a:avLst>
              <a:gd name="adj" fmla="val 1837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16276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37960" y="2148840"/>
            <a:ext cx="4892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session: a smooth complex gain (a few low-order frequency modes) shared across antennas,</a:t>
            </a:r>
            <a:endParaRPr lang="en-US" sz="1350" dirty="0"/>
          </a:p>
          <a:p>
            <a:pPr lvl="1" marL="3556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 small per-antenna gain and a small frequency (resonance) jitter.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mostly COMMON-MODE across the 4 antennas so the 'which-antenna' spatial pattern is not scrambled.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set so the synthetic cross-session variation lands at ~12%, matching the bench.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BE00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Validation: synthetic vs bench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augmented sim reproduces the measured statistics it was calibrated to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737360"/>
          <a:ext cx="10332720" cy="914400"/>
        </p:xfrm>
        <a:graphic>
          <a:graphicData uri="http://schemas.openxmlformats.org/drawingml/2006/table">
            <a:tbl>
              <a:tblPr/>
              <a:tblGrid>
                <a:gridCol w="4663440"/>
                <a:gridCol w="2834640"/>
                <a:gridCol w="2834640"/>
              </a:tblGrid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 (June18 A3)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Augmented sim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A1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Per-channel SNR (signal / noise)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6.8x  (matched per S-param)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F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A1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Cross-session drift (% of signal)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A1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Full-config LOSO classification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~99-100%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99.5%  (CNN)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F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A1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Noiseless sanity (no nuisances)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 (trivial)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to, and validated against, the same measured baselines/tumor takes - not tuned by hand.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BE00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Result: classification under reduction (LOSO)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(Empty/F4/F5) = the classification-CNN track (cnn_loso, per-position vote); Sim = augmented. Black box = &lt;50%.</a:t>
            </a:r>
            <a:endParaRPr lang="en-US" sz="1350" dirty="0"/>
          </a:p>
        </p:txBody>
      </p:sp>
      <p:pic>
        <p:nvPicPr>
          <p:cNvPr id="5" name="Image 0" descr="classify_grid_match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8533" y="1371600"/>
            <a:ext cx="8011886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BE00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 (x,y) on the augmented sim (LOSO)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lateral error under hardware x band reduction; reflection-only beats all-16 once realistic noise is present</a:t>
            </a:r>
            <a:endParaRPr lang="en-US" sz="1350" dirty="0"/>
          </a:p>
        </p:txBody>
      </p:sp>
      <p:pic>
        <p:nvPicPr>
          <p:cNvPr id="5" name="Image 0" descr="sim_reg_noisy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6968" y="1417320"/>
            <a:ext cx="9355015" cy="5120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 Augmentation</dc:title>
  <dc:subject>PptxGenJS Presentation</dc:subject>
  <dc:creator>Peter Martin</dc:creator>
  <cp:lastModifiedBy>Peter Martin</cp:lastModifiedBy>
  <cp:revision>1</cp:revision>
  <dcterms:created xsi:type="dcterms:W3CDTF">2026-08-11T16:56:52Z</dcterms:created>
  <dcterms:modified xsi:type="dcterms:W3CDTF">2026-08-11T16:56:52Z</dcterms:modified>
</cp:coreProperties>
</file>