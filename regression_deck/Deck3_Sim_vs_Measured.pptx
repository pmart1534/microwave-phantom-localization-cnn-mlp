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SIM  ↔  MEASURED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 — empty phantom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 — the apparent gap is data coverage, not simulation fidelity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≈ 6.0 mm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≈ measured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4526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4348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0" y="4526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0.65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04672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sim→measured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sampling grids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very different coverage — this matters for every comparison that follows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109728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Antennas, grid, depth coverage and frequency span all differ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'Sam' model, full-wave solve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'Sam Medium', physical build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−15 …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 (≈ +40 mm in sim frame)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0.1–8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×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geometry, coverage, band and noise — a fair sim↔measured comparison must control for all of these.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S-parameters — the antenna domain gap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apart are the simulated and measured antennas, before any tumor?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1097280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antenna models resonate and couple differently — a real domain gap that any sim→measured transfer must bridge.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—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probes of the empty phantom: does the SIGNAL interpolate, and can the CNN learn it?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1234440"/>
                <a:gridCol w="123444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 (leave-one-position-out)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Trains 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 (training-free — pure signal)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(~150 samples ≈ 50 positions)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(full depth stack, ~1000 pos)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931920" cy="4480560"/>
          </a:xfrm>
          <a:prstGeom prst="roundRect">
            <a:avLst>
              <a:gd name="adj" fmla="val 209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09560" y="18105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909560" y="2286000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interpolates EQUALLY well: sim 6.7 ≈ measured 6.0 mm (k-NN). Sim is not unrealistically smooth.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CNN (9.9 mm) trains on 16 takes × 3 sessions but only ~50 DISTINCT positions — data-starved, so it loses to k-NN.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CNN reaches 3.9 mm only via ~1000 distinct positions (13 depths).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sim↔measured CNN gap is distinct-position COVERAGE, not fidelity.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match the sim's 3.9 mm on the bench we need more distinct measured locations (denser grid / more depths) —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sim→measured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7724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46120" cy="3566160"/>
          </a:xfrm>
          <a:prstGeom prst="roundRect">
            <a:avLst>
              <a:gd name="adj" fmla="val 2535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755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First-pass finding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40280"/>
            <a:ext cx="2926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sim-vs-measured |S| correlation: 0.61.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transfer predicts measured from sim to R² = 0.65 on frequencies it never saw — a real, learnable relationship.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(R² &lt; 0).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26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 — bottom 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benches (k-NN) — the simulation is realistic, not artificially smooth.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and sessions ≠ new positions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takes × 3 sessions add robustness (great for LOSO) but no new tumor locations (no help for interpolation).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antenna domain gap exists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and measured antennas resonate/couple differently — visible in the raw S-parameters.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sim→measured transfer is learnable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R² = 0.65 on unseen frequencies — a promising, if preliminary, calibration path.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2026-07-15T18:19:19Z</dcterms:created>
  <dcterms:modified xsi:type="dcterms:W3CDTF">2026-07-15T18:19:19Z</dcterms:modified>
</cp:coreProperties>
</file>