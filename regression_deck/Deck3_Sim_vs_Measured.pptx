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47088"/>
            <a:ext cx="82296" cy="137160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. SIM vs MEASURED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simulation and bench, empty phantom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310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two agree? The signal interpolates equally well on both; the apparent gap is data coverage, not simulation fidelity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 vs 6.0 mm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97280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signal floor: sim ~ measured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526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 positions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709160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driver of the CNN gap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526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= 0.65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21040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learnable sim-&gt;measured transfer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setups, side by side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A3 phantom on its grid, and the HFSS model of the same phantom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645920"/>
            <a:ext cx="3493008" cy="4434840"/>
          </a:xfrm>
          <a:prstGeom prst="roundRect">
            <a:avLst>
              <a:gd name="adj" fmla="val 235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setup_photos/A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331012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68756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A3 phantom + 6x6 grid + antennas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645920"/>
            <a:ext cx="4782312" cy="4434840"/>
          </a:xfrm>
          <a:prstGeom prst="roundRect">
            <a:avLst>
              <a:gd name="adj" fmla="val 185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setup_photos/SimulatedImage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4599432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568756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Simulated: HFSS phantom, oil, antennas, tumor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sampling grids, and their overlay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phantom, different coverage; the right panel registers both into one physical frame</a:t>
            </a:r>
            <a:endParaRPr lang="en-US" sz="1400" dirty="0"/>
          </a:p>
        </p:txBody>
      </p:sp>
      <p:pic>
        <p:nvPicPr>
          <p:cNvPr id="4" name="Image 0" descr="grid_sim_vs_phys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112928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 between the two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antenna design, but grid, depth coverage, band and noise differ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(HFSS)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(bench VNA)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Antennas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Sam's Medium Antennas (HFSS model)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Sam's Medium Antennas (physical build)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Grid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10 mm lattice, 91 positions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6x6 cells, 4 corners each; 51 measured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Depth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planes, z = -15 to +45 mm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height, ~5 to 20 mm (near the patch)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Frequency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 8 GHz, 3001 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to 8 GHz, 791 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Noise / drift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(deterministic solve)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noise + cross-session drift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Repeats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solve per position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takes x 3 sessions per position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antennas are the SAME design in both; a fair sim vs measured comparison controls for the grid, depth, band and noise.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per antenna, sim vs measured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design, yet the measured ports differ from each other; the sim ones are near-identical</a:t>
            </a:r>
            <a:endParaRPr lang="en-US" sz="1400" dirty="0"/>
          </a:p>
        </p:txBody>
      </p:sp>
      <p:pic>
        <p:nvPicPr>
          <p:cNvPr id="4" name="Image 0" descr="raw_sparam_sim_vs_m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554480"/>
            <a:ext cx="786384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 (coupling) per pair, sim vs measured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representative antenna-to-antenna terms; couplings also differ between domains</a:t>
            </a:r>
            <a:endParaRPr lang="en-US" sz="1400" dirty="0"/>
          </a:p>
        </p:txBody>
      </p:sp>
      <p:pic>
        <p:nvPicPr>
          <p:cNvPr id="4" name="Image 0" descr="transmission_sim_vs_m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554480"/>
            <a:ext cx="786384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Detectable difference by reflection S-parameter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reflection Sii localizes on its antenna, in measured (top) and simulated (bottom)</a:t>
            </a:r>
            <a:endParaRPr lang="en-US" sz="1400" dirty="0"/>
          </a:p>
        </p:txBody>
      </p:sp>
      <p:pic>
        <p:nvPicPr>
          <p:cNvPr id="4" name="Image 0" descr="dd_per_spa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Detectable difference by transmission S-parameter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coupling Sij peaks between its two antennas (sim remapped to physical numbering)</a:t>
            </a:r>
            <a:endParaRPr lang="en-US" sz="1400" dirty="0"/>
          </a:p>
        </p:txBody>
      </p:sp>
      <p:pic>
        <p:nvPicPr>
          <p:cNvPr id="4" name="Image 0" descr="dd_per_sparam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numbers, signal vs.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SIGNAL interpolate, and can the CNN learn it? (empty phantom)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  <a:gridCol w="15544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 (training-free signal floor)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LOSO (new session, seen positions)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LOPO single-position (unseen position)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8-fold (full depth stack, ~1000 pos)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86200" cy="1828800"/>
          </a:xfrm>
          <a:prstGeom prst="roundRect">
            <a:avLst>
              <a:gd name="adj" fmla="val 45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k-NN?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1488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training-free baseline: to locate a held-out spot it just averages the (x,y) of the most similar measured signals. Nothing is fit, so it measures how well the SIGNAL alone pins down location, a floor any trained model should beat.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3611880"/>
            <a:ext cx="3886200" cy="2514600"/>
          </a:xfrm>
          <a:prstGeom prst="roundRect">
            <a:avLst>
              <a:gd name="adj" fmla="val 3273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mean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4114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floor is the same: sim 6.7 vs measured 6.0 mm; the two agree closely.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(3.9) sees a new session at KNOWN spots (easy); LOPO single-position (9.9) reaches an UNSEEN spot (hard, ~50 distinct positions).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hits 3.9 on unseen spots only via ~1000 distinct positions.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 vs measured CNN gap is distinct-position COVERAGE, not fidelity. To match 3.9 mm on the bench: denser grid / more depths, not a better model.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1: zero-shot, train on sim only, test on the bench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CNN sees only simulated tumors, can it locate a real one? Direct transfer collapses</a:t>
            </a:r>
            <a:endParaRPr lang="en-US" sz="1400" dirty="0"/>
          </a:p>
        </p:txBody>
      </p:sp>
      <p:pic>
        <p:nvPicPr>
          <p:cNvPr id="4" name="Image 0" descr="zero_shot_sim2m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82753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554480"/>
            <a:ext cx="3108960" cy="4480560"/>
          </a:xfrm>
          <a:prstGeom prst="roundRect">
            <a:avLst>
              <a:gd name="adj" fmla="val 264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tests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15400" y="20574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on simulated tumor dS only; no measured data is seen in training.</a:t>
            </a:r>
            <a:endParaRPr lang="en-US" sz="10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hand it the measured S-parameters and ask for (x,y).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89154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15400" y="3977640"/>
            <a:ext cx="2788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(held-out sim) it localizes to 15 mm, so the pipeline works.</a:t>
            </a:r>
            <a:endParaRPr lang="en-US" sz="10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bench it hits 74 mm, worse than the 34 mm predict-centre chance line.</a:t>
            </a:r>
            <a:endParaRPr lang="en-US" sz="10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collapse to one biased corner: the measured signal is out-of-distribution for a sim-only model.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320040" y="6035040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antenna domain gap breaks direct transfer. The sim signal must be calibrated toward the bench first (next slides).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sim to measured map is learned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transfer fit on the empty baseline and tested on frequencies it never saw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8229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457200" cy="4572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the empty baselines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1591056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empty phantom and measured empty phantom are the same physical state (no tumor), so their S-parameters can be matched frequency by frequency.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7040880" cy="8229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70048"/>
            <a:ext cx="457200" cy="4572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5420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vector per frequency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523744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of 512 frequencies (2 to 8 GHz), stack the real and imaginary parts of the 16 S-parameters into a 32-D vector. Sim = input x, measured = target y.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7040880" cy="8229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frequencies 70 / 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34564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70% of the frequencies; hold out the other 30% for testing. The map never sees the test frequencies while it is being fit.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7040880" cy="8229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535424"/>
            <a:ext cx="457200" cy="4572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4074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the linear map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438912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regression learns a 32x32 matrix W and offset b that best convert the sim vector into the measured vector.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7040880" cy="8229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468112"/>
            <a:ext cx="457200" cy="4572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34009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 the held-out 30%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53218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 and b to the unseen frequencies and compare to the true measured values, giving R2 = 0.65.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7772400" y="1554480"/>
            <a:ext cx="3886200" cy="1600200"/>
          </a:xfrm>
          <a:prstGeom prst="roundRect">
            <a:avLst>
              <a:gd name="adj" fmla="val 5143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52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W x + 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955280" y="25146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sim [Re, Im of 16 S-params] (32-D); y = predicted measured; W (32x32) and b learned on the train frequencies.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3291840"/>
            <a:ext cx="3886200" cy="2971800"/>
          </a:xfrm>
          <a:prstGeom prst="roundRect">
            <a:avLst>
              <a:gd name="adj" fmla="val 2769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5528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R2 = 0.65 is meaningful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38404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is computed only on frequencies the map never used while fitting, so it measures genuine generalization, not curve-fitting.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merely memorized the training frequencies would score near 0 on the held-out set. The flexible MLP did exactly that (R2 &lt; 0).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R2 = 0.65 says a fixed linear transform already recovers most of the measured signal from the sim, on data it has not seen.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model bridge the gap? (exploratory)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map applied to one port, and its accuracy on unseen frequencies</a:t>
            </a:r>
            <a:endParaRPr lang="en-US" sz="1400" dirty="0"/>
          </a:p>
        </p:txBody>
      </p:sp>
      <p:pic>
        <p:nvPicPr>
          <p:cNvPr id="4" name="Image 0" descr="sim_meas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777240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3246120" cy="3794760"/>
          </a:xfrm>
          <a:prstGeom prst="roundRect">
            <a:avLst>
              <a:gd name="adj" fmla="val 253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dashed line is the simulated S11 after the map (W x_sim + b). A perfect map would land on the measured (red) curve; it moves toward it but does not fully match.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predicted vs measured on the held-out frequencies. Points on the diagonal are exact; the R2 = 0.65 spread shows the map captures most, not all, of the relationship.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MLP overfits and fails to generalize (R2 &lt; 0).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Preliminary: only the empty baseline is cleanly paired. Nonlinear domain adaptation needs far more paired data (multiple sessions, matched tumor positions).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Beet (dielectric) vs metal tumor, sim and measured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differential signal a realistic dielectric target produces relative to metal</a:t>
            </a:r>
            <a:endParaRPr lang="en-US" sz="1400" dirty="0"/>
          </a:p>
        </p:txBody>
      </p:sp>
      <p:pic>
        <p:nvPicPr>
          <p:cNvPr id="4" name="Image 0" descr="beet_vs_metal_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515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3, bottom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and measured agree at the signal level: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phantom interpolates to ~6 mm on both (k-NN), indicating the simulated signal is realistic.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9464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47802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detectable-difference pattern matches: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and sim place the tumor's strongest change in the same regions (toward the antenna sides).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472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gap is data coverage, not fidelity: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sim's 3.9 mm comes from ~1000 distinct positions; measured's 9.9 mm from only ~50. Same model, different coverage.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4165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predicts beet approximately equals metal, but the bench does not: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 the beet produces 93% of the metal signal; on the bench only 42%, flagging an object-size / depth mismatch or an optimistic sim beet model.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477256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38581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 to measured transfer is learnable: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map already reaches R2 = 0.65 on unseen frequencies, a promising if preliminary calibration path.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github.com/pmart1534/microwave-phantom-localization-cnn-mlp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 vs Measured</dc:title>
  <dc:subject>PptxGenJS Presentation</dc:subject>
  <dc:creator>Peter Martin</dc:creator>
  <cp:lastModifiedBy>Peter Martin</cp:lastModifiedBy>
  <cp:revision>1</cp:revision>
  <dcterms:created xsi:type="dcterms:W3CDTF">2026-07-22T03:50:19Z</dcterms:created>
  <dcterms:modified xsi:type="dcterms:W3CDTF">2026-07-22T03:50:19Z</dcterms:modified>
</cp:coreProperties>
</file>