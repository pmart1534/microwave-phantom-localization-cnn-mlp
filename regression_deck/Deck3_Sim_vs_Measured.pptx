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37744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847088"/>
            <a:ext cx="82296" cy="137160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847088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. SIM vs MEASURED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" y="228600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Comparing simulation and bench, empty phantom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097280" y="331012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two agree? The signal interpolates equally well on both; the apparent gap is data coverage, not simulation fidelity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097280" y="45262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6.7 vs 6.0 mm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1097280" y="51389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k-NN signal floor: sim ~ measured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09160" y="45262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distinct positions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709160" y="51389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driver of the CNN gap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321040" y="45262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 = 0.65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8321040" y="51389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learnable sim-&gt;measured transfer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setups, side by side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physical A3 phantom on its grid, and the HFSS model of the same phantom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463040" y="1645920"/>
            <a:ext cx="3493008" cy="4434840"/>
          </a:xfrm>
          <a:prstGeom prst="roundRect">
            <a:avLst>
              <a:gd name="adj" fmla="val 235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5" name="Image 0" descr="setup_photos/A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737360"/>
            <a:ext cx="3310128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5687568"/>
            <a:ext cx="3493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A3 phantom + 6x6 grid + antennas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943600" y="1645920"/>
            <a:ext cx="4782312" cy="4434840"/>
          </a:xfrm>
          <a:prstGeom prst="roundRect">
            <a:avLst>
              <a:gd name="adj" fmla="val 185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8" name="Image 1" descr="setup_photos/SimulatedImage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37360"/>
            <a:ext cx="4599432" cy="3931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0" y="5687568"/>
            <a:ext cx="4782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Simulated: HFSS phantom, oil, antennas, tumor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sampling grids, and their overlay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phantom, different coverage; the right panel registers both into one physical frame</a:t>
            </a:r>
            <a:endParaRPr lang="en-US" sz="1400" dirty="0"/>
          </a:p>
        </p:txBody>
      </p:sp>
      <p:pic>
        <p:nvPicPr>
          <p:cNvPr id="4" name="Image 0" descr="grid_sim_vs_phys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54480"/>
            <a:ext cx="1129284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differs between the two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antenna design, but grid, depth coverage, band and noise differ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206240"/>
                <a:gridCol w="420624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 (HFSS)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(bench VNA)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Antennas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Sam's Medium Antennas (HFSS model)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Sam's Medium Antennas (physical build)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Grid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 10 mm lattice, 91 positions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6x6 cells, 4 corners each; 51 measured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Depth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 planes, z = -15 to +45 mm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height, ~5 to 20 mm (near the patch)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Frequency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to 8 GHz, 3001 points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to 8 GHz, 791 points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Noise / drift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(deterministic solve)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measurement noise + cross-session drift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Repeats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solve per position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takes x 3 sessions per position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 antennas are the SAME design in both; a fair sim vs measured comparison controls for the grid, depth, band and noise.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Reflection per antenna, sim vs measured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design, yet the measured ports differ from each other; the sim ones are near-identical</a:t>
            </a:r>
            <a:endParaRPr lang="en-US" sz="1400" dirty="0"/>
          </a:p>
        </p:txBody>
      </p:sp>
      <p:pic>
        <p:nvPicPr>
          <p:cNvPr id="4" name="Image 0" descr="raw_sparam_sim_vs_me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1554480"/>
            <a:ext cx="786384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Detectable-difference pattern, measured vs sim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tumor's detectable change per position; the spatial pattern matches</a:t>
            </a:r>
            <a:endParaRPr lang="en-US" sz="1400" dirty="0"/>
          </a:p>
        </p:txBody>
      </p:sp>
      <p:pic>
        <p:nvPicPr>
          <p:cNvPr id="4" name="Image 0" descr="dd_measured_vs_s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1051560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numbers, signal vs. model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SIGNAL interpolate, and can the CNN learn it? (empty phantom)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704088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554480"/>
                <a:gridCol w="155448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 empty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empty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k-NN (training-free signal floor)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LOSO (new session, seen positions)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LOPO single-position (unseen position)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8-fold (full depth stack, ~1000 pos)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645920"/>
            <a:ext cx="3886200" cy="1828800"/>
          </a:xfrm>
          <a:prstGeom prst="roundRect">
            <a:avLst>
              <a:gd name="adj" fmla="val 4500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955280" y="1783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k-NN?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955280" y="2148840"/>
            <a:ext cx="3520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training-free baseline: to locate a held-out spot it just averages the (x,y) of the most similar measured signals. Nothing is fit, so it measures how well the SIGNAL alone pins down location, a floor any trained model should beat.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772400" y="3611880"/>
            <a:ext cx="3886200" cy="2514600"/>
          </a:xfrm>
          <a:prstGeom prst="roundRect">
            <a:avLst>
              <a:gd name="adj" fmla="val 3273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955280" y="3749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numbers mean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955280" y="4114800"/>
            <a:ext cx="3520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floor is the same: sim 6.7 ~ measured 6.0 mm. Sim is realistic, not smoother.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LOSO (3.9) sees a new session at KNOWN spots (easy); LOPO single-position (9.9) reaches an UNSEEN spot (hard, ~50 distinct positions).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hits 3.9 on unseen spots only via ~1000 distinct positions.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48640" y="617220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 vs measured CNN gap is distinct-position COVERAGE, not fidelity. To match 3.9 mm on the bench: denser grid / more depths, not a better model.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a model bridge the gap? (exploratory)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a sim to measured map on the empty baseline, test on unseen frequencies</a:t>
            </a:r>
            <a:endParaRPr lang="en-US" sz="1400" dirty="0"/>
          </a:p>
        </p:txBody>
      </p:sp>
      <p:pic>
        <p:nvPicPr>
          <p:cNvPr id="4" name="Image 0" descr="sim_meas_corre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37360"/>
            <a:ext cx="7772400" cy="3154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12480" y="1645920"/>
            <a:ext cx="3246120" cy="3749040"/>
          </a:xfrm>
          <a:prstGeom prst="roundRect">
            <a:avLst>
              <a:gd name="adj" fmla="val 2535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95360" y="18013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First-pass finding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595360" y="2286000"/>
            <a:ext cx="2971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sim-vs-measured |S| correlation: 0.61.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LINEAR transfer predicts measured from sim to R2 = 0.65 on frequencies it never saw, a real learnable relationship.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flexible MLP overfits the single paired baseline (R2 &lt; 0).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48640" y="60350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Preliminary: only the empty baseline is cleanly paired. Nonlinear domain adaptation (and any use for calibrating sim toward the bench) needs far more paired data: multiple sessions and, ideally, matched tumor positions.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37744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3, bottom 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50876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and measured agree at the signal level: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empty phantom interpolates to ~6 mm on BOTH (k-NN); the simulation is realistic, not artificially smooth.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569464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69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2478024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detectable-difference pattern matches: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and sim place the tumor's strongest change in the same regions (toward the antenna sides).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3538728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71600" y="3447288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CNN gap is data coverage, not fidelity: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sim's 3.9 mm comes from ~1000 distinct positions; measured's 9.9 mm from only ~50. Same model, different coverage.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450799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71600" y="4416552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and sessions are not new positions: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takes x 3 sessions add robustness (great for LOSO) but no new tumor locations (no help for interpolation).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5477256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5385816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 to measured transfer is learnable: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linear map already reaches R2 = 0.65 on unseen frequencies, a promising if preliminary calibration path.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github.com/pmart1534/microwave-phantom-localization-cnn-mlp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 vs Measured</dc:title>
  <dc:subject>PptxGenJS Presentation</dc:subject>
  <dc:creator>Peter Martin</dc:creator>
  <cp:lastModifiedBy>Peter Martin</cp:lastModifiedBy>
  <cp:revision>1</cp:revision>
  <dcterms:created xsi:type="dcterms:W3CDTF">2026-07-21T16:20:34Z</dcterms:created>
  <dcterms:modified xsi:type="dcterms:W3CDTF">2026-07-21T16:20:34Z</dcterms:modified>
</cp:coreProperties>
</file>