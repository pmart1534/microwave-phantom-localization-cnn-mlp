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. SIM vs MEASURED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bench, empty phantom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both; the apparent gap is data coverage, not simulation fidelity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vs 6.0 mm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~ measured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 = 0.65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sim-&gt;measured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setups, side by side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A3 phantom on its grid, and the HFSS model of the same phantom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3493008" cy="4434840"/>
          </a:xfrm>
          <a:prstGeom prst="roundRect">
            <a:avLst>
              <a:gd name="adj" fmla="val 23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A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331012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5687568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A3 phantom + 6x6 grid + antennas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1645920"/>
            <a:ext cx="4782312" cy="4434840"/>
          </a:xfrm>
          <a:prstGeom prst="roundRect">
            <a:avLst>
              <a:gd name="adj" fmla="val 18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ulatedImage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599432" cy="3931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0" y="5687568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Simulated: HFSS phantom, oil, antennas, tumor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sampling grids, and their overlay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different coverage; the right panel registers both into one physical frame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12928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antenna design, but grid, depth coverage, band and noise differ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(HFSS model)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(physical build)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6x6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-15 to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height, ~5 to 20 mm (near the patch)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 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to 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x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antennas are the SAME design in both; a fair sim vs measured comparison controls for the grid, depth, band and noise.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per antenna,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design, yet the measured ports differ from each other; the sim ones are near-identical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Transmission (coupling) per pair,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representative antenna-to-antenna terms; couplings also differ between domains</a:t>
            </a:r>
            <a:endParaRPr lang="en-US" sz="1400" dirty="0"/>
          </a:p>
        </p:txBody>
      </p:sp>
      <p:pic>
        <p:nvPicPr>
          <p:cNvPr id="4" name="Image 0" descr="transmission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 difference by reflection S-parameter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reflection Sii localizes on its antenna, in measured (top) and simulated (bottom)</a:t>
            </a:r>
            <a:endParaRPr lang="en-US" sz="1400" dirty="0"/>
          </a:p>
        </p:txBody>
      </p:sp>
      <p:pic>
        <p:nvPicPr>
          <p:cNvPr id="4" name="Image 0" descr="dd_per_spa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 difference by transmission S-parameter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coupling Sij peaks between its two antennas (sim remapped to physical numbering)</a:t>
            </a:r>
            <a:endParaRPr lang="en-US" sz="1400" dirty="0"/>
          </a:p>
        </p:txBody>
      </p:sp>
      <p:pic>
        <p:nvPicPr>
          <p:cNvPr id="4" name="Image 0" descr="dd_per_sparam_tr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numbers,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SIGNAL interpolate, and can the CNN learn it? (empty phantom)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55448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(training-free signal floor)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LOSO (new session, seen positions)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LOPO single-position (unseen position)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8-fold (full depth stack, ~1000 pos)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3886200" cy="1828800"/>
          </a:xfrm>
          <a:prstGeom prst="roundRect">
            <a:avLst>
              <a:gd name="adj" fmla="val 45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k-NN?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14884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baseline: to locate a held-out spot it just averages the (x,y) of the most similar measured signals. Nothing is fit, so it measures how well the SIGNAL alone pins down location, a floor any trained model should beat.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3611880"/>
            <a:ext cx="3886200" cy="2514600"/>
          </a:xfrm>
          <a:prstGeom prst="roundRect">
            <a:avLst>
              <a:gd name="adj" fmla="val 327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55280" y="411480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floor is the same: sim 6.7 vs measured 6.0 mm; the two agree closely.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(3.9) sees a new session at KNOWN spots (easy); LOPO single-position (9.9) reaches an UNSEEN spot (hard, ~50 distinct positions).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hits 3.9 on unseen spots only via ~1000 distinct positions.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172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vs measured CNN gap is distinct-position COVERAGE, not fidelity. To match 3.9 mm on the bench: denser grid / more depths,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sim to measured map on the empty baseline, test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777240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3246120" cy="374904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212848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for one port, the dashed line is the simulated S11 after the learned map. A perfect map would land on the measured (red) curve; it moves toward it but does not fully match.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predicted vs measured on held-out frequencies. Points on the diagonal are exact; R2 = 0.65 means the linear map captures most, not all, of the relationship.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the single paired baseline (R2 &lt; 0).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6035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Preliminary: only the empty baseline is cleanly paired. Nonlinear domain adaptation (and any use for calibrating sim toward the bench) needs far more paired data: multiple sessions and, ideally, matched tumor positions.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Beet (dielectric) vs metal tumor, sim and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differential signal a realistic dielectric target produces relative to metal</a:t>
            </a:r>
            <a:endParaRPr lang="en-US" sz="1400" dirty="0"/>
          </a:p>
        </p:txBody>
      </p:sp>
      <p:pic>
        <p:nvPicPr>
          <p:cNvPr id="4" name="Image 0" descr="beet_vs_metal_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105156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(k-NN), indicating the simulated signal is realistic.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detectable-difference pattern matches: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and sim place the tumor's strongest change in the same regions (toward the antenna sides).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predicts beet approximately equals metal, but the bench does not: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sim the beet produces 93% of the metal signal; on the bench only 42%, flagging an object-size / depth mismatch or an optimistic sim beet model.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 to measured transfer is learnable: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R2 = 0.65 on unseen frequencies, a promising if preliminary calibration path.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2026-07-21T19:15:54Z</dcterms:created>
  <dcterms:modified xsi:type="dcterms:W3CDTF">2026-07-21T19:15:54Z</dcterms:modified>
</cp:coreProperties>
</file>