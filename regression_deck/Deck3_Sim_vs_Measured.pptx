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. SIM vs MEASURED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simulation and bench, empty phantom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097280" y="33101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two agree? The signal interpolates equally well on both; the apparent gap is data coverage, not simulation fidelity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 vs 6.0 mm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9728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 signal floor: sim ~ measured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distinct positions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70916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driver of the CNN gap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 = 0.65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832104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learnable sim-&gt;measured transfer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setups, side by side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A3 phantom on its grid, and the HFSS model of the same phantom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63040" y="1645920"/>
            <a:ext cx="3493008" cy="4434840"/>
          </a:xfrm>
          <a:prstGeom prst="roundRect">
            <a:avLst>
              <a:gd name="adj" fmla="val 23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etup_photos/A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37360"/>
            <a:ext cx="331012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5687568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A3 phantom + 6x6 grid + antennas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943600" y="1645920"/>
            <a:ext cx="4782312" cy="4434840"/>
          </a:xfrm>
          <a:prstGeom prst="roundRect">
            <a:avLst>
              <a:gd name="adj" fmla="val 18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etup_photos/SimulatedImage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4599432" cy="3931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0" y="5687568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Simulated: HFSS phantom, oil, antennas, tumor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sampling grids, and their overlay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phantom, different coverage; the right panel registers both into one physical frame</a:t>
            </a:r>
            <a:endParaRPr lang="en-US" sz="1400" dirty="0"/>
          </a:p>
        </p:txBody>
      </p:sp>
      <p:pic>
        <p:nvPicPr>
          <p:cNvPr id="4" name="Image 0" descr="grid_sim_vs_phys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112928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differs between the two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antenna design, but grid, depth coverage, band and noise differ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(HFSS)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(bench VNA)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Antennas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(HFSS model)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(physical build)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Grid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10 mm lattice, 91 positions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6x6 cells, 4 corners each; 51 measured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Depth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planes, z = -15 to +45 mm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height, ~5 to 20 mm (near the patch)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Frequency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to 8 GHz, 3001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to 8 GHz, 791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Noise / drift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(deterministic solve)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noise + cross-session drift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Repeats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solve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takes x 3 sessions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 antennas are the SAME design in both; a fair sim vs measured comparison controls for the grid, depth, band and noise.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per antenna,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design, yet the measured ports differ from each other; the sim ones are near-identical</a:t>
            </a:r>
            <a:endParaRPr lang="en-US" sz="1400" dirty="0"/>
          </a:p>
        </p:txBody>
      </p:sp>
      <p:pic>
        <p:nvPicPr>
          <p:cNvPr id="4" name="Image 0" descr="raw_sparam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Transmission (coupling) per pair,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representative antenna-to-antenna terms; couplings also differ between domains</a:t>
            </a:r>
            <a:endParaRPr lang="en-US" sz="1400" dirty="0"/>
          </a:p>
        </p:txBody>
      </p:sp>
      <p:pic>
        <p:nvPicPr>
          <p:cNvPr id="4" name="Image 0" descr="transmission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Detectable difference by S-parameter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reflection Sii localizes near an antenna, in measured (top) and simulated (bottom)</a:t>
            </a:r>
            <a:endParaRPr lang="en-US" sz="1400" dirty="0"/>
          </a:p>
        </p:txBody>
      </p:sp>
      <p:pic>
        <p:nvPicPr>
          <p:cNvPr id="4" name="Image 0" descr="dd_per_spa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numbers, signal vs. model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SIGNAL interpolate, and can the CNN learn it? (empty phantom)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155448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k-NN (training-free signal floor)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LOSO (new session, seen positions)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LOPO single-position (unseen position)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8-fold (full depth stack, ~1000 pos)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3886200" cy="1828800"/>
          </a:xfrm>
          <a:prstGeom prst="roundRect">
            <a:avLst>
              <a:gd name="adj" fmla="val 45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k-NN?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55280" y="2148840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training-free baseline: to locate a held-out spot it just averages the (x,y) of the most similar measured signals. Nothing is fit, so it measures how well the SIGNAL alone pins down location, a floor any trained model should beat.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772400" y="3611880"/>
            <a:ext cx="3886200" cy="2514600"/>
          </a:xfrm>
          <a:prstGeom prst="roundRect">
            <a:avLst>
              <a:gd name="adj" fmla="val 327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55280" y="3749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mean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55280" y="4114800"/>
            <a:ext cx="3520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floor is the same: sim 6.7 vs measured 6.0 mm; the two agree closely.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(3.9) sees a new session at KNOWN spots (easy); LOPO single-position (9.9) reaches an UNSEEN spot (hard, ~50 distinct positions).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hits 3.9 on unseen spots only via ~1000 distinct positions.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17220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vs measured CNN gap is distinct-position COVERAGE, not fidelity. To match 3.9 mm on the bench: denser grid / more depths, not a better model.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model bridge the gap? (exploratory)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sim to measured map on the empty baseline, test on unseen frequencies</a:t>
            </a:r>
            <a:endParaRPr lang="en-US" sz="1400" dirty="0"/>
          </a:p>
        </p:txBody>
      </p:sp>
      <p:pic>
        <p:nvPicPr>
          <p:cNvPr id="4" name="Image 0" descr="sim_meas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7360"/>
            <a:ext cx="7772400" cy="3154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45920"/>
            <a:ext cx="3246120" cy="3749040"/>
          </a:xfrm>
          <a:prstGeom prst="roundRect">
            <a:avLst>
              <a:gd name="adj" fmla="val 2535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595360" y="2212848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for one port, the dashed line is the simulated S11 after the learned map. A perfect map would land on the measured (red) curve; it moves toward it but does not fully match.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predicted vs measured on held-out frequencies. Points on the diagonal are exact; R2 = 0.65 means the linear map captures most, not all, of the relationship.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flexible MLP overfits the single paired baseline (R2 &lt; 0).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6035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Preliminary: only the empty baseline is cleanly paired. Nonlinear domain adaptation (and any use for calibrating sim toward the bench) needs far more paired data: multiple sessions and, ideally, matched tumor positions.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Beet (dielectric) vs metal tumor, sim and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differential signal a realistic dielectric target produces relative to metal</a:t>
            </a:r>
            <a:endParaRPr lang="en-US" sz="1400" dirty="0"/>
          </a:p>
        </p:txBody>
      </p:sp>
      <p:pic>
        <p:nvPicPr>
          <p:cNvPr id="4" name="Image 0" descr="beet_vs_metal_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105156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3,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and measured agree at the signal level: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phantom interpolates to ~6 mm on both (k-NN), indicating the simulated signal is realistic.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detectable-difference pattern matches: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and sim place the tumor's strongest change in the same regions (toward the antenna sides).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gap is data coverage, not fidelity: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sim's 3.9 mm comes from ~1000 distinct positions; measured's 9.9 mm from only ~50. Same model, different coverage.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predicts beet approximately equals metal, but the bench does not: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sim the beet produces 93% of the metal signal; on the bench only 42%, flagging an object-size / depth mismatch or an optimistic sim beet model.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 to measured transfer is learnable: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map already reaches R2 = 0.65 on unseen frequencies, a promising if preliminary calibration path.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 vs Measured</dc:title>
  <dc:subject>PptxGenJS Presentation</dc:subject>
  <dc:creator>Peter Martin</dc:creator>
  <cp:lastModifiedBy>Peter Martin</cp:lastModifiedBy>
  <cp:revision>1</cp:revision>
  <dcterms:created xsi:type="dcterms:W3CDTF">2026-07-21T18:43:44Z</dcterms:created>
  <dcterms:modified xsi:type="dcterms:W3CDTF">2026-07-21T18:43:44Z</dcterms:modified>
</cp:coreProperties>
</file>