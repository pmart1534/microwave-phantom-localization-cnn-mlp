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. SIM vs MEASURED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bench, empty phantom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both; the apparent gap is data coverage, not simulation fidelity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vs 6.0 mm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~ measured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R2 = 0.65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sim-&gt;measured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sampling grids, and their overlay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different coverage; the right panel registers both into one physical frame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129284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antenna design, but grid, depth coverage, band and noise differ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(HFSS model)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Sam's Medium Antennas (physical build)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6x6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-15 to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height, ~5 to 20 mm (near the patch)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to 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to 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BE0000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x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 antennas are the SAME design in both; a fair sim vs measured comparison controls for the grid, depth, band and noise.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Reflection per antenna, sim vs measured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design, yet the measured ports differ from each other; the sim ones are near-identical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554480"/>
            <a:ext cx="7863840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Detectable-difference pattern, measured vs sim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tumor's detectable change per position; the spatial pattern matches</a:t>
            </a:r>
            <a:endParaRPr lang="en-US" sz="1400" dirty="0"/>
          </a:p>
        </p:txBody>
      </p:sp>
      <p:pic>
        <p:nvPicPr>
          <p:cNvPr id="4" name="Image 0" descr="dd_measured_vs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105156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numbers,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SIGNAL interpolate, and can the CNN learn it? (empty phantom)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70408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554480"/>
                <a:gridCol w="155448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(training-free signal floor)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LOSO (new session, seen positions)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LOPO single-position (unseen position)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8-fold (full depth stack, ~1000 pos)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3886200" cy="1828800"/>
          </a:xfrm>
          <a:prstGeom prst="roundRect">
            <a:avLst>
              <a:gd name="adj" fmla="val 4500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552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k-NN?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955280" y="2148840"/>
            <a:ext cx="3520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baseline: to locate a held-out spot it just averages the (x,y) of the most similar measured signals. Nothing is fit, so it measures how well the SIGNAL alone pins down location, a floor any trained model should beat.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611880"/>
            <a:ext cx="3886200" cy="2514600"/>
          </a:xfrm>
          <a:prstGeom prst="roundRect">
            <a:avLst>
              <a:gd name="adj" fmla="val 327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55280" y="4114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floor is the same: sim 6.7 ~ measured 6.0 mm. Sim is realistic, not smoother.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(3.9) sees a new session at KNOWN spots (easy); LOPO single-position (9.9) reaches an UNSEEN spot (hard, ~50 distinct positions).</a:t>
            </a:r>
            <a:endParaRPr lang="en-US" sz="10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hits 3.9 on unseen spots only via ~1000 distinct positions.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172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vs measured CNN gap is distinct-position COVERAGE, not fidelity. To match 3.9 mm on the bench: denser grid / more depths,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 to 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37360"/>
            <a:ext cx="7772400" cy="3154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45920"/>
            <a:ext cx="3246120" cy="3749040"/>
          </a:xfrm>
          <a:prstGeom prst="roundRect">
            <a:avLst>
              <a:gd name="adj" fmla="val 2535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First-pass finding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86000"/>
            <a:ext cx="2971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sim-vs-measured |S| correlation: 0.61.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transfer predicts measured from sim to R2 = 0.65 on frequencies it never saw, a real learnable relationship.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(R2 &lt; 0).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035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Preliminary: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(k-NN); the simulation is realistic, not artificially smooth.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detectable-difference pattern matches: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and sim place the tumor's strongest change in the same regions (toward the antenna sides).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and sessions are not new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x 3 sessions add robustness (great for LOSO) but no new tumor locations (no help for interpolation).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 to measured transfer is learnable: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R2 = 0.65 on unseen frequencies, a promising if preliminary calibration path.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2026-07-21T16:13:50Z</dcterms:created>
  <dcterms:modified xsi:type="dcterms:W3CDTF">2026-07-21T16:13:50Z</dcterms:modified>
</cp:coreProperties>
</file>