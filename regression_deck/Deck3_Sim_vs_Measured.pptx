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Transmission (coupling) per pair,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representative antenna-to-antenna terms; couplings also differ between domains</a:t>
            </a:r>
            <a:endParaRPr lang="en-US" sz="1400" dirty="0"/>
          </a:p>
        </p:txBody>
      </p:sp>
      <p:pic>
        <p:nvPicPr>
          <p:cNvPr id="4" name="Image 0" descr="transmission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reflection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reflection Sii localizes on its antenna, in measured (top) and simulated (bottom)</a:t>
            </a:r>
            <a:endParaRPr lang="en-US" sz="1400" dirty="0"/>
          </a:p>
        </p:txBody>
      </p:sp>
      <p:pic>
        <p:nvPicPr>
          <p:cNvPr id="4" name="Image 0" descr="dd_per_spa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 difference by transmission S-parameter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coupling Sij peaks between its two antennas (sim remapped to physical numbering)</a:t>
            </a:r>
            <a:endParaRPr lang="en-US" sz="1400" dirty="0"/>
          </a:p>
        </p:txBody>
      </p:sp>
      <p:pic>
        <p:nvPicPr>
          <p:cNvPr id="4" name="Image 0" descr="dd_per_sparam_tr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vs measured 6.0 mm; the two agree closely.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sim to measured map is learned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transfer fit on the empty baseline and tested on frequencies it never saw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40880" cy="8229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457200" cy="457200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the empty baselines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703320" y="1591056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empty phantom and measured empty phantom are the same physical state (no tumor), so their S-parameters can be matched frequency by frequency.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7040880" cy="8229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670048"/>
            <a:ext cx="457200" cy="457200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54203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vector per frequency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03320" y="252374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of 512 frequencies (2 to 8 GHz), stack the real and imaginary parts of the 16 S-parameters into a 32-D vector. Sim = input x, measured = target y.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7040880" cy="8229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602736"/>
            <a:ext cx="457200" cy="457200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4747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the frequencies 70 / 30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03320" y="3456432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70% of the frequencies; hold out the other 30% for testing. The map never sees the test frequencies while it is being fit.</a:t>
            </a:r>
            <a:endParaRPr lang="en-US" sz="1070" dirty="0"/>
          </a:p>
        </p:txBody>
      </p:sp>
      <p:sp>
        <p:nvSpPr>
          <p:cNvPr id="19" name="Shape 17"/>
          <p:cNvSpPr/>
          <p:nvPr/>
        </p:nvSpPr>
        <p:spPr>
          <a:xfrm>
            <a:off x="548640" y="4352544"/>
            <a:ext cx="7040880" cy="8229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4535424"/>
            <a:ext cx="457200" cy="457200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535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40740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 the linear map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03320" y="4389120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 regression learns a 32x32 matrix W and offset b that best convert the sim vector into the measured vector.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548640" y="5285232"/>
            <a:ext cx="7040880" cy="8229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" y="5468112"/>
            <a:ext cx="457200" cy="457200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468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534009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on the held-out 30%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03320" y="5321808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W and b to the unseen frequencies and compare to the true measured values, giving R2 = 0.65.</a:t>
            </a:r>
            <a:endParaRPr lang="en-US" sz="1070" dirty="0"/>
          </a:p>
        </p:txBody>
      </p:sp>
      <p:sp>
        <p:nvSpPr>
          <p:cNvPr id="29" name="Shape 27"/>
          <p:cNvSpPr/>
          <p:nvPr/>
        </p:nvSpPr>
        <p:spPr>
          <a:xfrm>
            <a:off x="7772400" y="1554480"/>
            <a:ext cx="3886200" cy="1600200"/>
          </a:xfrm>
          <a:prstGeom prst="roundRect">
            <a:avLst>
              <a:gd name="adj" fmla="val 514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95528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equation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55280" y="20116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W x + b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955280" y="25146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sim [Re, Im of 16 S-params] (32-D); y = predicted measured; W (32x32) and b learned on the train frequencies.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0" y="3291840"/>
            <a:ext cx="3886200" cy="2971800"/>
          </a:xfrm>
          <a:prstGeom prst="roundRect">
            <a:avLst>
              <a:gd name="adj" fmla="val 27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955280" y="3429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R2 = 0.65 is meaningful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955280" y="384048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is computed only on frequencies the map never used while fitting, so it measures genuine generalization, not curve-fitting.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merely memorized the training frequencies would score near 0 on the held-out set. The flexible MLP did exactly that (R2 &lt; 0).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R2 = 0.65 says a fixed linear transform already recovers most of the measured signal from the sim, on data it has not seen.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learned map applied to one port, and its accuracy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9476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19456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dashed line is the simulated S11 after the map (W x_sim + b). A perfect map would land on the measured (red) curve; it moves toward it but does not fully match.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predicted vs measured on the held-out frequencies. Points on the diagonal are exact; the R2 = 0.65 spread shows the map captures most, not all, of the relationship.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and fails to generalize (R2 &lt; 0).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needs far more paired data (multiple sessions, matched tumor positions).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Beet (dielectric) vs metal tumor, sim and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differential signal a realistic dielectric target produces relative to metal</a:t>
            </a:r>
            <a:endParaRPr lang="en-US" sz="1400" dirty="0"/>
          </a:p>
        </p:txBody>
      </p:sp>
      <p:pic>
        <p:nvPicPr>
          <p:cNvPr id="4" name="Image 0" descr="beet_vs_metal_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(k-NN), indicating the simulated signal is realistic.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predicts beet approximately equals metal, but the bench does not: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 the beet produces 93% of the metal signal; on the bench only 42%, flagging an object-size / depth mismatch or an optimistic sim beet model.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2026-07-21T19:55:07Z</dcterms:created>
  <dcterms:modified xsi:type="dcterms:W3CDTF">2026-07-21T19:55:07Z</dcterms:modified>
</cp:coreProperties>
</file>