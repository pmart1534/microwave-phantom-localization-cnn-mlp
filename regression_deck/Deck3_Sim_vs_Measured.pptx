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2CC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SIM  ↔  MEASURED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simulation and bench — empty phantom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34747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two agree? The signal interpolates equally well on both — the apparent gap is data coverage, not simulation fidelity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45262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C4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6.7 ≈ 6.0 mm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82296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k-NN signal floor: sim ≈ measured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45262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C4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distinct positions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443484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driver of the CNN gap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046720" y="45262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C4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 = 0.65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8046720" y="51389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learnable sim→measured transfer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different sampling grids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phantom, very different coverage — this matters for every comparison that follows</a:t>
            </a:r>
            <a:endParaRPr lang="en-US" sz="1400" dirty="0"/>
          </a:p>
        </p:txBody>
      </p:sp>
      <p:pic>
        <p:nvPicPr>
          <p:cNvPr id="4" name="Image 0" descr="grid_sim_vs_phys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1097280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differs between the two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Antennas, grid, depth coverage and frequency span all differ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06240"/>
                <a:gridCol w="42062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D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(HFSS)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D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(bench VNA)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D7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B5D7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Antennas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'Sam' model, full-wave solve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'Sam Medium', physical build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B5D7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Grid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10 mm lattice, 91 positions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6×6 cells, 4 corners each; 51 measured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B5D7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Depth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planes, z = −15 … +45 mm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tumor height only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B5D7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Frequency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2–8 GHz, 3001 points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0.1–8 GHz, 791 points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B5D7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Noise / drift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(deterministic solve)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 noise + cross-session drift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0B5D7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Repeats</a:t>
                      </a:r>
                      <a:endParaRPr lang="en-US" sz="13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solve per position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takes × 3 sessions per position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geometry, coverage, band and noise — a fair sim↔measured comparison must control for all of these.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S-parameters — the antenna domain gap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apart are the simulated and measured antennas, before any tumor?</a:t>
            </a:r>
            <a:endParaRPr lang="en-US" sz="1400" dirty="0"/>
          </a:p>
        </p:txBody>
      </p:sp>
      <p:pic>
        <p:nvPicPr>
          <p:cNvPr id="4" name="Image 0" descr="raw_sparam_sim_vs_me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10972800" cy="4206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antenna models resonate and couple differently — a real domain gap that any sim→measured transfer must bridge.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numbers — signal vs. model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probes of the empty phantom: does the SIGNAL interpolate, and can the CNN learn it?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280160"/>
                <a:gridCol w="1234440"/>
                <a:gridCol w="123444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Probe (leave-one-position-out)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D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Trains 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D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D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D7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k-NN  (training-free — pure signal)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5D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 mm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5D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 mm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(~150 samples ≈ 50 positions)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5D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5D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 mm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(full depth stack, ~1000 pos)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5D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mm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B5D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63500" marB="63500" anchor="ctr">
                    <a:lnL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645920"/>
            <a:ext cx="3931920" cy="4480560"/>
          </a:xfrm>
          <a:prstGeom prst="roundRect">
            <a:avLst>
              <a:gd name="adj" fmla="val 2093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909560" y="18105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numbers mean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7909560" y="2286000"/>
            <a:ext cx="34747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interpolates EQUALLY well: sim 6.7 ≈ measured 6.0 mm (k-NN). Sim is not unrealistically smooth.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measured CNN (9.9 mm) trains on 16 takes × 3 sessions but only ~50 DISTINCT positions — data-starved, so it loses to k-NN.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 CNN reaches 3.9 mm only via ~1000 distinct positions (13 depths).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sim↔measured CNN gap is distinct-position COVERAGE, not fidelity.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62636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match the sim's 3.9 mm on the bench we need more distinct measured locations (denser grid / more depths) — not a better model.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a model bridge the gap? (exploratory)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a sim→measured map on the empty baseline, test on unseen frequencies</a:t>
            </a:r>
            <a:endParaRPr lang="en-US" sz="1400" dirty="0"/>
          </a:p>
        </p:txBody>
      </p:sp>
      <p:pic>
        <p:nvPicPr>
          <p:cNvPr id="4" name="Image 0" descr="sim_meas_corre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777240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600200"/>
            <a:ext cx="3246120" cy="3566160"/>
          </a:xfrm>
          <a:prstGeom prst="roundRect">
            <a:avLst>
              <a:gd name="adj" fmla="val 2535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95360" y="17556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First-pass finding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595360" y="2240280"/>
            <a:ext cx="29260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sim-vs-measured |S| correlation: 0.61.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transfer predicts measured from sim to R² = 0.65 on frequencies it never saw — a real, learnable relationship.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flexible MLP overfits the single paired baseline (R² &lt; 0).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8640" y="6126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only the empty baseline is cleanly paired. Nonlinear domain adaptation (and any use for calibrating sim toward the bench) needs far more paired data: multiple sessions and, ideally, matched tumor positions.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3 — bottom 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1600200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371600" y="150876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and measured agree at the signal level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empty phantom interpolates to ~6 mm on BOTH benches (k-NN) — the simulation is realistic, not artificially smooth.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569464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478024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 gap is data coverage, not fidelity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sim's 3.9 mm comes from ~1000 distinct positions; measured's 9.9 mm from only ~50. Same model, different coverage.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538728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344728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and sessions ≠ new positions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takes × 3 sessions add robustness (great for LOSO) but no new tumor locations (no help for interpolation).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4507992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441655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antenna domain gap exists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and measured antennas resonate/couple differently — visible in the raw S-parameters.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5477256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71600" y="538581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sim→measured transfer is learnable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linear map already reaches R² = 0.65 on unseen frequencies — a promising, if preliminary, calibration path.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github.com/pmart1534/microwave-phantom-localization-cnn-mlp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 vs Measured</dc:title>
  <dc:subject>PptxGenJS Presentation</dc:subject>
  <dc:creator>Peter Martin</dc:creator>
  <cp:lastModifiedBy>Peter Martin</cp:lastModifiedBy>
  <cp:revision>1</cp:revision>
  <dcterms:created xsi:type="dcterms:W3CDTF">2026-07-15T16:47:14Z</dcterms:created>
  <dcterms:modified xsi:type="dcterms:W3CDTF">2026-07-15T16:47:14Z</dcterms:modified>
</cp:coreProperties>
</file>