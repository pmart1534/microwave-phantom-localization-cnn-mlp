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Detectable-difference pattern, measured vs sim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tumor's detectable change per position; the spatial pattern matches</a:t>
            </a:r>
            <a:endParaRPr lang="en-US" sz="1400" dirty="0"/>
          </a:p>
        </p:txBody>
      </p:sp>
      <p:pic>
        <p:nvPicPr>
          <p:cNvPr id="4" name="Image 0" descr="dd_measured_vs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vs measured 6.0 mm; the two agree closely.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490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12848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for one port, the dashed line is the simulated S11 after the learned map. A perfect map would land on the measured (red) curve; it moves toward it but does not fully match.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predicted vs measured on held-out frequencies. Points on the diagonal are exact; R2 = 0.65 means the linear map captures most, not all, of the relationship.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(k-NN), indicating the simulated signal is realistic.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and sessions are not new positions: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takes x 3 sessions add robustness (great for LOSO) but no new tumor locations (no help for interpolation).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2026-07-21T18:09:16Z</dcterms:created>
  <dcterms:modified xsi:type="dcterms:W3CDTF">2026-07-21T18:09:16Z</dcterms:modified>
</cp:coreProperties>
</file>