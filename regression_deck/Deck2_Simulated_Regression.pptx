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SIMULATED DATA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(x, y, z) tumor localization in HFSS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simulated tumor sweep — 91 positions × 13 depth planes — lets us resolve depth and measure exactly how much data the CNN needs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error (8-fold)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43484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error — depth is not the weak axis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04672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positions the CNN needs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model of the A3 antennas + phantom (SamMakin tumor sweep)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solve of the 4 'Sam' antennas around the A3 phantom in oil. Metal tumor moved through a 3-D grid; a dielectric (beet) tumor run identically for comparison.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mm (x,y) lattice, 91 positions, swept over 13 depth planes z = −15 … +45 mm (5 mm steps). 1074 tumor positions total (off-grid z = 3 mm excluded).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S-matrix exported 2–8 GHz (3001 pts → resampled to 256). Input = differential ΔS = S(tumor) − S(empty), using each depth's own HFSS-batch empty baseline.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conv trunk as the measured CNN, head → fc(3) for (x,y,z) in mm. 8-fold position cross-validation; lateral and depth error reported separately.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planes and the signal they carry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tumor heights — the perturbation peaks at the radiating patch and fades with distance</a:t>
            </a:r>
            <a:endParaRPr lang="en-US" sz="1400" dirty="0"/>
          </a:p>
        </p:txBody>
      </p:sp>
      <p:pic>
        <p:nvPicPr>
          <p:cNvPr id="4" name="Image 0" descr="sim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31520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46720" y="1600200"/>
            <a:ext cx="3611880" cy="4434840"/>
          </a:xfrm>
          <a:prstGeom prst="roundRect">
            <a:avLst>
              <a:gd name="adj" fmla="val 2278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753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driver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75320" y="2286000"/>
            <a:ext cx="3246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ΔS = tumor − empty, averaged over frequency and all 16 S-parameters.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Port/feed is at z = +3 mm, but the radiating patch sits ~15–20 mm in (feed-line offset).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ΔS peaks right at the patch (~15–20 mm) — where the tumor is nearest the radiator.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both ways; far depths carry the least signal → localization degrades there. (Measured tumor sat at z = +40 mm.)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3D localization network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as the measured CNN — one extra output for depth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ΔS as a 32×256 image (16 S-params × [mag, phase], 256 frequencies). Per-sample z-score normalization.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Trunk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conv blocks (32 filters each) + pooling + dropout — identical to the measured (x,y) CNN.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fc(3) + regression → (x, y, z) in mm. Trained with an L2 coordinate loss, 60 epochs.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8-fold hold-out by POSITION (every position predicted once, out-of-fold). Lateral = √(Δx²+Δy²); depth = |Δz| — reported separately so one axis can't hide the other.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data does the CNN need?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it more depth planes → more distinct positions, and watch the error fall</a:t>
            </a:r>
            <a:endParaRPr lang="en-US" sz="1400" dirty="0"/>
          </a:p>
        </p:txBody>
      </p:sp>
      <p:pic>
        <p:nvPicPr>
          <p:cNvPr id="4" name="Image 0" descr="sim_depth_learning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2237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554480"/>
            <a:ext cx="3703320" cy="4480560"/>
          </a:xfrm>
          <a:prstGeom prst="roundRect">
            <a:avLst>
              <a:gd name="adj" fmla="val 2222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threshold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24028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depth (82 positions): 33 mm ≈ chance — the conv net can't train.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depths (245): 11 mm. 5 depths (410): 4.8 mm.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~3.8 mm from 7 depths (≈570) 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needs ~400–500 DISTINCT positions to localize; below ~250 it's poor.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positions matter — not raw sample count (see Part 3).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localization result (8-fold)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position predicted from a model that never saw it — lateral and depth, separately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(xy)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36.5 mm chance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(z)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16.3 mm chance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positions within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mm laterally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3252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/ 2.1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2396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beet (dielectric)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 / z — same as metal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10607040" cy="2697480"/>
          </a:xfrm>
          <a:prstGeom prst="roundRect">
            <a:avLst>
              <a:gd name="adj" fmla="val 3051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NOT the weak axis — with fine depth sampling and full-band frequency, z resolves to ~2 mm, better than the lateral k-NN floor.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dielectric (beet) tumor localizes identically to metal (3.6 / 2.1 mm) — in the noiseless sim the ~19 % weaker contrast costs nothing.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is 36 mm laterally / 16 mm in depth, so the model is ~10× better than guessing the centre on both axes.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an unseen depth plane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whole depth out — interior depths interpolate; only the range edges fail</a:t>
            </a:r>
            <a:endParaRPr lang="en-US" sz="1400" dirty="0"/>
          </a:p>
        </p:txBody>
      </p:sp>
      <p:pic>
        <p:nvPicPr>
          <p:cNvPr id="4" name="Image 0" descr="sim_depth_l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200"/>
            <a:ext cx="85953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600200"/>
            <a:ext cx="2651760" cy="3566160"/>
          </a:xfrm>
          <a:prstGeom prst="roundRect">
            <a:avLst>
              <a:gd name="adj" fmla="val 310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2811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Range-bound, not model-bound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1160" y="237744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unseen depths: ~1–3 mm — a continuous learned depth map.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two extremes (−15 / +45) blow up — pure extrapolation.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sweep turned the OLD edges into good interior points.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depth is bounded by the sampling range, not the model — sample wider and the good region grows.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by depth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= lateral error · marker color = depth error · red-ring = grid-edge position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108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5" name="Image 0" descr="sim_depth_examples/sim_depthplot_zp15_n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691640"/>
            <a:ext cx="361188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+15 mm  (peak signal)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970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8" name="Image 1" descr="sim_depth_examples/sim_depthplot_zp30_n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691640"/>
            <a:ext cx="3611880" cy="3429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970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+30 mm  (interior)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832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11" name="Image 2" descr="sim_depth_examples/sim_depthplot_zp45_n2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1691640"/>
            <a:ext cx="3611880" cy="3429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832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+45 mm  (range edge)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depths (z=+15/+30) predict tightly; the +45 mm range edge shows the extrapolation blow-up in both lateral arrows and depth color.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 — bottom 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3D localization works in sim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mm lateral, 2.1 mm depth — the CNN resolves all three coordinates well below a grid step.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a strong axis, not a weak one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depth sampling + full-band frequency make z (~2 mm) actually beat the lateral floor.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needs ~400–500 distinct positions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 it degrades fast; at one depth plane (82) it collapses to chance — a concrete data target.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generalizes across the sampled range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interior depths interpolate to ~1–3 mm; only the range extremes extrapolate and fail.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≈ dielectric in the noiseless sim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beet tumor localizes as well as metal — realistic contrast is not the bottleneck here.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Simulated Regression</dc:title>
  <dc:subject>PptxGenJS Presentation</dc:subject>
  <dc:creator>Peter Martin</dc:creator>
  <cp:lastModifiedBy>Peter Martin</cp:lastModifiedBy>
  <cp:revision>1</cp:revision>
  <dcterms:created xsi:type="dcterms:W3CDTF">2026-07-15T21:42:53Z</dcterms:created>
  <dcterms:modified xsi:type="dcterms:W3CDTF">2026-07-15T21:42:53Z</dcterms:modified>
</cp:coreProperties>
</file>